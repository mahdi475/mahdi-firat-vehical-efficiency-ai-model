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sldIdLst>
    <p:sldId id="302" r:id="rId5"/>
    <p:sldId id="283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62" r:id="rId16"/>
    <p:sldId id="303" r:id="rId2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1F8"/>
    <a:srgbClr val="E3EFD1"/>
    <a:srgbClr val="FCEBC7"/>
    <a:srgbClr val="F7DCEA"/>
    <a:srgbClr val="F9DEDA"/>
    <a:srgbClr val="E3D9E6"/>
    <a:srgbClr val="00757E"/>
    <a:srgbClr val="81BA4F"/>
    <a:srgbClr val="FDBF00"/>
    <a:srgbClr val="D40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0105A-31E6-4A26-9AB3-1C8895E3D08E}" v="20" dt="2026-05-18T07:41:27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5033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115" y="53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5"/>
    </p:cViewPr>
  </p:notesTextViewPr>
  <p:sorterViewPr>
    <p:cViewPr>
      <p:scale>
        <a:sx n="100" d="100"/>
        <a:sy n="100" d="100"/>
      </p:scale>
      <p:origin x="0" y="-631"/>
    </p:cViewPr>
  </p:sorterViewPr>
  <p:notesViewPr>
    <p:cSldViewPr snapToGrid="0" snapToObjects="1" showGuides="1">
      <p:cViewPr>
        <p:scale>
          <a:sx n="152" d="100"/>
          <a:sy n="152" d="100"/>
        </p:scale>
        <p:origin x="3808" y="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id Ali (HV)" userId="347831d9-fb19-4752-b27a-07ae81bca113" providerId="ADAL" clId="{0EE2C021-EB20-4725-9E4D-1F2A7A67CCEF}"/>
    <pc:docChg chg="undo custSel addSld delSld modSld sldOrd">
      <pc:chgData name="Rashid Ali (HV)" userId="347831d9-fb19-4752-b27a-07ae81bca113" providerId="ADAL" clId="{0EE2C021-EB20-4725-9E4D-1F2A7A67CCEF}" dt="2026-05-18T07:43:45.662" v="2730" actId="20577"/>
      <pc:docMkLst>
        <pc:docMk/>
      </pc:docMkLst>
      <pc:sldChg chg="addSp modSp mod">
        <pc:chgData name="Rashid Ali (HV)" userId="347831d9-fb19-4752-b27a-07ae81bca113" providerId="ADAL" clId="{0EE2C021-EB20-4725-9E4D-1F2A7A67CCEF}" dt="2026-05-18T07:40:44.082" v="2465" actId="20577"/>
        <pc:sldMkLst>
          <pc:docMk/>
          <pc:sldMk cId="3580130862" sldId="262"/>
        </pc:sldMkLst>
        <pc:spChg chg="add mod">
          <ac:chgData name="Rashid Ali (HV)" userId="347831d9-fb19-4752-b27a-07ae81bca113" providerId="ADAL" clId="{0EE2C021-EB20-4725-9E4D-1F2A7A67CCEF}" dt="2026-05-18T07:40:44.082" v="2465" actId="20577"/>
          <ac:spMkLst>
            <pc:docMk/>
            <pc:sldMk cId="3580130862" sldId="262"/>
            <ac:spMk id="3" creationId="{9AD1CFEC-3DB2-808C-83F7-B890A9D09EBB}"/>
          </ac:spMkLst>
        </pc:spChg>
      </pc:sldChg>
      <pc:sldChg chg="addSp delSp modSp mod">
        <pc:chgData name="Rashid Ali (HV)" userId="347831d9-fb19-4752-b27a-07ae81bca113" providerId="ADAL" clId="{0EE2C021-EB20-4725-9E4D-1F2A7A67CCEF}" dt="2026-05-18T07:43:45.662" v="2730" actId="20577"/>
        <pc:sldMkLst>
          <pc:docMk/>
          <pc:sldMk cId="1246956215" sldId="283"/>
        </pc:sldMkLst>
        <pc:spChg chg="mod">
          <ac:chgData name="Rashid Ali (HV)" userId="347831d9-fb19-4752-b27a-07ae81bca113" providerId="ADAL" clId="{0EE2C021-EB20-4725-9E4D-1F2A7A67CCEF}" dt="2026-05-18T07:28:46.726" v="2136" actId="1076"/>
          <ac:spMkLst>
            <pc:docMk/>
            <pc:sldMk cId="1246956215" sldId="283"/>
            <ac:spMk id="3" creationId="{6D4AC31A-C50C-4E92-3079-056266902DB4}"/>
          </ac:spMkLst>
        </pc:spChg>
        <pc:spChg chg="add mod">
          <ac:chgData name="Rashid Ali (HV)" userId="347831d9-fb19-4752-b27a-07ae81bca113" providerId="ADAL" clId="{0EE2C021-EB20-4725-9E4D-1F2A7A67CCEF}" dt="2026-05-18T07:43:45.662" v="2730" actId="20577"/>
          <ac:spMkLst>
            <pc:docMk/>
            <pc:sldMk cId="1246956215" sldId="283"/>
            <ac:spMk id="5" creationId="{E67AA562-5739-2E8A-7086-FB42C133F078}"/>
          </ac:spMkLst>
        </pc:spChg>
        <pc:spChg chg="add mod">
          <ac:chgData name="Rashid Ali (HV)" userId="347831d9-fb19-4752-b27a-07ae81bca113" providerId="ADAL" clId="{0EE2C021-EB20-4725-9E4D-1F2A7A67CCEF}" dt="2026-05-18T07:30:11.694" v="2157" actId="1035"/>
          <ac:spMkLst>
            <pc:docMk/>
            <pc:sldMk cId="1246956215" sldId="283"/>
            <ac:spMk id="8" creationId="{5F64E48B-3CB0-6153-709A-584C801E86DE}"/>
          </ac:spMkLst>
        </pc:spChg>
        <pc:picChg chg="add del mod ord">
          <ac:chgData name="Rashid Ali (HV)" userId="347831d9-fb19-4752-b27a-07ae81bca113" providerId="ADAL" clId="{0EE2C021-EB20-4725-9E4D-1F2A7A67CCEF}" dt="2026-05-18T07:23:15.214" v="2048" actId="478"/>
          <ac:picMkLst>
            <pc:docMk/>
            <pc:sldMk cId="1246956215" sldId="283"/>
            <ac:picMk id="4" creationId="{FDB029D1-BA1E-67F6-1637-AA4B710A52B9}"/>
          </ac:picMkLst>
        </pc:picChg>
        <pc:picChg chg="add mod ord">
          <ac:chgData name="Rashid Ali (HV)" userId="347831d9-fb19-4752-b27a-07ae81bca113" providerId="ADAL" clId="{0EE2C021-EB20-4725-9E4D-1F2A7A67CCEF}" dt="2026-05-18T07:24:02.675" v="2124" actId="167"/>
          <ac:picMkLst>
            <pc:docMk/>
            <pc:sldMk cId="1246956215" sldId="283"/>
            <ac:picMk id="6" creationId="{9F2B0704-025B-5246-7F26-0B8982C511D2}"/>
          </ac:picMkLst>
        </pc:picChg>
      </pc:sldChg>
      <pc:sldChg chg="addSp delSp modSp mod delAnim modAnim modNotesTx">
        <pc:chgData name="Rashid Ali (HV)" userId="347831d9-fb19-4752-b27a-07ae81bca113" providerId="ADAL" clId="{0EE2C021-EB20-4725-9E4D-1F2A7A67CCEF}" dt="2026-05-18T07:30:27.670" v="2160" actId="20577"/>
        <pc:sldMkLst>
          <pc:docMk/>
          <pc:sldMk cId="63339545" sldId="293"/>
        </pc:sldMkLst>
        <pc:spChg chg="add mod">
          <ac:chgData name="Rashid Ali (HV)" userId="347831d9-fb19-4752-b27a-07ae81bca113" providerId="ADAL" clId="{0EE2C021-EB20-4725-9E4D-1F2A7A67CCEF}" dt="2026-05-18T07:29:40.185" v="2148" actId="1076"/>
          <ac:spMkLst>
            <pc:docMk/>
            <pc:sldMk cId="63339545" sldId="293"/>
            <ac:spMk id="3" creationId="{B3180C0C-0C52-CECC-C561-913C945A7D96}"/>
          </ac:spMkLst>
        </pc:spChg>
        <pc:spChg chg="add mod">
          <ac:chgData name="Rashid Ali (HV)" userId="347831d9-fb19-4752-b27a-07ae81bca113" providerId="ADAL" clId="{0EE2C021-EB20-4725-9E4D-1F2A7A67CCEF}" dt="2026-05-18T07:29:50.118" v="2150" actId="1076"/>
          <ac:spMkLst>
            <pc:docMk/>
            <pc:sldMk cId="63339545" sldId="293"/>
            <ac:spMk id="5" creationId="{7822D4DB-9C7F-47CD-71E8-C3896391B85D}"/>
          </ac:spMkLst>
        </pc:spChg>
        <pc:spChg chg="add del mod">
          <ac:chgData name="Rashid Ali (HV)" userId="347831d9-fb19-4752-b27a-07ae81bca113" providerId="ADAL" clId="{0EE2C021-EB20-4725-9E4D-1F2A7A67CCEF}" dt="2026-05-05T15:31:49.500" v="144" actId="1036"/>
          <ac:spMkLst>
            <pc:docMk/>
            <pc:sldMk cId="63339545" sldId="293"/>
            <ac:spMk id="6" creationId="{8FD13303-374B-356C-E16F-BBAAEF2023C6}"/>
          </ac:spMkLst>
        </pc:spChg>
        <pc:spChg chg="mod">
          <ac:chgData name="Rashid Ali (HV)" userId="347831d9-fb19-4752-b27a-07ae81bca113" providerId="ADAL" clId="{0EE2C021-EB20-4725-9E4D-1F2A7A67CCEF}" dt="2026-05-18T07:30:27.670" v="2160" actId="20577"/>
          <ac:spMkLst>
            <pc:docMk/>
            <pc:sldMk cId="63339545" sldId="293"/>
            <ac:spMk id="10" creationId="{6A4F8CD1-A218-02FB-F73F-970A1DE2A40D}"/>
          </ac:spMkLst>
        </pc:spChg>
        <pc:spChg chg="mod">
          <ac:chgData name="Rashid Ali (HV)" userId="347831d9-fb19-4752-b27a-07ae81bca113" providerId="ADAL" clId="{0EE2C021-EB20-4725-9E4D-1F2A7A67CCEF}" dt="2026-05-18T07:29:30.761" v="2146"/>
          <ac:spMkLst>
            <pc:docMk/>
            <pc:sldMk cId="63339545" sldId="293"/>
            <ac:spMk id="13" creationId="{63B33F85-DF6A-6ABD-A0EC-A635CD2BB8C6}"/>
          </ac:spMkLst>
        </pc:spChg>
        <pc:spChg chg="add del mod">
          <ac:chgData name="Rashid Ali (HV)" userId="347831d9-fb19-4752-b27a-07ae81bca113" providerId="ADAL" clId="{0EE2C021-EB20-4725-9E4D-1F2A7A67CCEF}" dt="2026-05-18T07:29:13.800" v="2141" actId="478"/>
          <ac:spMkLst>
            <pc:docMk/>
            <pc:sldMk cId="63339545" sldId="293"/>
            <ac:spMk id="50" creationId="{8A0E868C-CC5C-C8FF-4669-EB83EEFE26B8}"/>
          </ac:spMkLst>
        </pc:spChg>
        <pc:grpChg chg="add del mod">
          <ac:chgData name="Rashid Ali (HV)" userId="347831d9-fb19-4752-b27a-07ae81bca113" providerId="ADAL" clId="{0EE2C021-EB20-4725-9E4D-1F2A7A67CCEF}" dt="2026-05-18T07:29:10.462" v="2140" actId="478"/>
          <ac:grpSpMkLst>
            <pc:docMk/>
            <pc:sldMk cId="63339545" sldId="293"/>
            <ac:grpSpMk id="2" creationId="{939BEA8D-9407-673D-FF56-C87DB79AEBEC}"/>
          </ac:grpSpMkLst>
        </pc:grpChg>
        <pc:grpChg chg="del mod">
          <ac:chgData name="Rashid Ali (HV)" userId="347831d9-fb19-4752-b27a-07ae81bca113" providerId="ADAL" clId="{0EE2C021-EB20-4725-9E4D-1F2A7A67CCEF}" dt="2026-05-18T07:29:09.014" v="2138" actId="478"/>
          <ac:grpSpMkLst>
            <pc:docMk/>
            <pc:sldMk cId="63339545" sldId="293"/>
            <ac:grpSpMk id="30" creationId="{F732E3BD-FF92-1FD1-1FF1-0FD24C61B423}"/>
          </ac:grpSpMkLst>
        </pc:grpChg>
        <pc:grpChg chg="del mod">
          <ac:chgData name="Rashid Ali (HV)" userId="347831d9-fb19-4752-b27a-07ae81bca113" providerId="ADAL" clId="{0EE2C021-EB20-4725-9E4D-1F2A7A67CCEF}" dt="2026-05-18T07:29:08.042" v="2137" actId="478"/>
          <ac:grpSpMkLst>
            <pc:docMk/>
            <pc:sldMk cId="63339545" sldId="293"/>
            <ac:grpSpMk id="35" creationId="{B97D1446-A94A-4087-8F56-6F03A296B9FE}"/>
          </ac:grpSpMkLst>
        </pc:grpChg>
        <pc:grpChg chg="del mod">
          <ac:chgData name="Rashid Ali (HV)" userId="347831d9-fb19-4752-b27a-07ae81bca113" providerId="ADAL" clId="{0EE2C021-EB20-4725-9E4D-1F2A7A67CCEF}" dt="2026-05-18T07:29:09.722" v="2139" actId="478"/>
          <ac:grpSpMkLst>
            <pc:docMk/>
            <pc:sldMk cId="63339545" sldId="293"/>
            <ac:grpSpMk id="40" creationId="{D431732B-E1B9-BC99-B1CC-81C7BFD5C11E}"/>
          </ac:grpSpMkLst>
        </pc:grpChg>
      </pc:sldChg>
      <pc:sldChg chg="addSp delSp modSp add mod">
        <pc:chgData name="Rashid Ali (HV)" userId="347831d9-fb19-4752-b27a-07ae81bca113" providerId="ADAL" clId="{0EE2C021-EB20-4725-9E4D-1F2A7A67CCEF}" dt="2026-05-18T07:31:21.718" v="2182" actId="1076"/>
        <pc:sldMkLst>
          <pc:docMk/>
          <pc:sldMk cId="2145620536" sldId="294"/>
        </pc:sldMkLst>
        <pc:spChg chg="del">
          <ac:chgData name="Rashid Ali (HV)" userId="347831d9-fb19-4752-b27a-07ae81bca113" providerId="ADAL" clId="{0EE2C021-EB20-4725-9E4D-1F2A7A67CCEF}" dt="2026-05-18T07:31:14.860" v="2179" actId="478"/>
          <ac:spMkLst>
            <pc:docMk/>
            <pc:sldMk cId="2145620536" sldId="294"/>
            <ac:spMk id="3" creationId="{CC115796-F425-9E68-3311-F447AC9BEB6F}"/>
          </ac:spMkLst>
        </pc:spChg>
        <pc:spChg chg="add del mod">
          <ac:chgData name="Rashid Ali (HV)" userId="347831d9-fb19-4752-b27a-07ae81bca113" providerId="ADAL" clId="{0EE2C021-EB20-4725-9E4D-1F2A7A67CCEF}" dt="2026-05-18T07:31:18.145" v="2181" actId="478"/>
          <ac:spMkLst>
            <pc:docMk/>
            <pc:sldMk cId="2145620536" sldId="294"/>
            <ac:spMk id="4" creationId="{EE40A92B-093D-6AB6-2ED9-A8981A0AB842}"/>
          </ac:spMkLst>
        </pc:spChg>
        <pc:spChg chg="add mod">
          <ac:chgData name="Rashid Ali (HV)" userId="347831d9-fb19-4752-b27a-07ae81bca113" providerId="ADAL" clId="{0EE2C021-EB20-4725-9E4D-1F2A7A67CCEF}" dt="2026-05-18T07:31:21.718" v="2182" actId="1076"/>
          <ac:spMkLst>
            <pc:docMk/>
            <pc:sldMk cId="2145620536" sldId="294"/>
            <ac:spMk id="7" creationId="{4FF80B23-A4CD-5EEB-3BE3-43837BA8EE98}"/>
          </ac:spMkLst>
        </pc:spChg>
        <pc:spChg chg="mod">
          <ac:chgData name="Rashid Ali (HV)" userId="347831d9-fb19-4752-b27a-07ae81bca113" providerId="ADAL" clId="{0EE2C021-EB20-4725-9E4D-1F2A7A67CCEF}" dt="2026-05-18T07:31:08.981" v="2178" actId="20577"/>
          <ac:spMkLst>
            <pc:docMk/>
            <pc:sldMk cId="2145620536" sldId="294"/>
            <ac:spMk id="10" creationId="{34C24805-0073-53ED-94F8-68B4A4E689F8}"/>
          </ac:spMkLst>
        </pc:spChg>
        <pc:spChg chg="mod">
          <ac:chgData name="Rashid Ali (HV)" userId="347831d9-fb19-4752-b27a-07ae81bca113" providerId="ADAL" clId="{0EE2C021-EB20-4725-9E4D-1F2A7A67CCEF}" dt="2026-05-18T07:31:04.886" v="2176"/>
          <ac:spMkLst>
            <pc:docMk/>
            <pc:sldMk cId="2145620536" sldId="294"/>
            <ac:spMk id="13" creationId="{447DD1EC-9F1B-8A98-40C1-A7EA75034F3A}"/>
          </ac:spMkLst>
        </pc:spChg>
      </pc:sldChg>
      <pc:sldChg chg="addSp delSp modSp add mod">
        <pc:chgData name="Rashid Ali (HV)" userId="347831d9-fb19-4752-b27a-07ae81bca113" providerId="ADAL" clId="{0EE2C021-EB20-4725-9E4D-1F2A7A67CCEF}" dt="2026-05-18T07:32:25.966" v="2194" actId="20577"/>
        <pc:sldMkLst>
          <pc:docMk/>
          <pc:sldMk cId="1659730069" sldId="295"/>
        </pc:sldMkLst>
        <pc:spChg chg="add mod">
          <ac:chgData name="Rashid Ali (HV)" userId="347831d9-fb19-4752-b27a-07ae81bca113" providerId="ADAL" clId="{0EE2C021-EB20-4725-9E4D-1F2A7A67CCEF}" dt="2026-05-18T07:31:54.941" v="2187"/>
          <ac:spMkLst>
            <pc:docMk/>
            <pc:sldMk cId="1659730069" sldId="295"/>
            <ac:spMk id="2" creationId="{C455CCAA-BF8D-F897-535F-1FFF4B8A2779}"/>
          </ac:spMkLst>
        </pc:spChg>
        <pc:spChg chg="del">
          <ac:chgData name="Rashid Ali (HV)" userId="347831d9-fb19-4752-b27a-07ae81bca113" providerId="ADAL" clId="{0EE2C021-EB20-4725-9E4D-1F2A7A67CCEF}" dt="2026-05-18T07:31:53.437" v="2186" actId="478"/>
          <ac:spMkLst>
            <pc:docMk/>
            <pc:sldMk cId="1659730069" sldId="295"/>
            <ac:spMk id="7" creationId="{06FB3614-C3E5-0D93-BBE0-43230CAED8A5}"/>
          </ac:spMkLst>
        </pc:spChg>
        <pc:spChg chg="mod">
          <ac:chgData name="Rashid Ali (HV)" userId="347831d9-fb19-4752-b27a-07ae81bca113" providerId="ADAL" clId="{0EE2C021-EB20-4725-9E4D-1F2A7A67CCEF}" dt="2026-05-18T07:32:25.966" v="2194" actId="20577"/>
          <ac:spMkLst>
            <pc:docMk/>
            <pc:sldMk cId="1659730069" sldId="295"/>
            <ac:spMk id="10" creationId="{9C7D3D55-1261-D667-B07D-D34FD843DDA9}"/>
          </ac:spMkLst>
        </pc:spChg>
        <pc:spChg chg="mod">
          <ac:chgData name="Rashid Ali (HV)" userId="347831d9-fb19-4752-b27a-07ae81bca113" providerId="ADAL" clId="{0EE2C021-EB20-4725-9E4D-1F2A7A67CCEF}" dt="2026-05-18T07:31:44.752" v="2185"/>
          <ac:spMkLst>
            <pc:docMk/>
            <pc:sldMk cId="1659730069" sldId="295"/>
            <ac:spMk id="13" creationId="{8B075A7F-1C6B-1B9D-18B7-35EB082E81EF}"/>
          </ac:spMkLst>
        </pc:spChg>
      </pc:sldChg>
      <pc:sldChg chg="addSp delSp modSp add mod">
        <pc:chgData name="Rashid Ali (HV)" userId="347831d9-fb19-4752-b27a-07ae81bca113" providerId="ADAL" clId="{0EE2C021-EB20-4725-9E4D-1F2A7A67CCEF}" dt="2026-05-18T07:32:49.032" v="2199" actId="1076"/>
        <pc:sldMkLst>
          <pc:docMk/>
          <pc:sldMk cId="1528597737" sldId="296"/>
        </pc:sldMkLst>
        <pc:spChg chg="del">
          <ac:chgData name="Rashid Ali (HV)" userId="347831d9-fb19-4752-b27a-07ae81bca113" providerId="ADAL" clId="{0EE2C021-EB20-4725-9E4D-1F2A7A67CCEF}" dt="2026-05-18T07:32:41.527" v="2196" actId="478"/>
          <ac:spMkLst>
            <pc:docMk/>
            <pc:sldMk cId="1528597737" sldId="296"/>
            <ac:spMk id="2" creationId="{3C05F25C-DCB5-CC9C-5C6D-A0682E44C882}"/>
          </ac:spMkLst>
        </pc:spChg>
        <pc:spChg chg="add del mod">
          <ac:chgData name="Rashid Ali (HV)" userId="347831d9-fb19-4752-b27a-07ae81bca113" providerId="ADAL" clId="{0EE2C021-EB20-4725-9E4D-1F2A7A67CCEF}" dt="2026-05-18T07:32:43.862" v="2197" actId="478"/>
          <ac:spMkLst>
            <pc:docMk/>
            <pc:sldMk cId="1528597737" sldId="296"/>
            <ac:spMk id="4" creationId="{E30429A3-BF3E-3313-2884-17A90F44B5C9}"/>
          </ac:spMkLst>
        </pc:spChg>
        <pc:spChg chg="add mod">
          <ac:chgData name="Rashid Ali (HV)" userId="347831d9-fb19-4752-b27a-07ae81bca113" providerId="ADAL" clId="{0EE2C021-EB20-4725-9E4D-1F2A7A67CCEF}" dt="2026-05-18T07:32:49.032" v="2199" actId="1076"/>
          <ac:spMkLst>
            <pc:docMk/>
            <pc:sldMk cId="1528597737" sldId="296"/>
            <ac:spMk id="7" creationId="{0823DA16-4582-2358-DD2A-6ABBE018F575}"/>
          </ac:spMkLst>
        </pc:spChg>
        <pc:spChg chg="mod">
          <ac:chgData name="Rashid Ali (HV)" userId="347831d9-fb19-4752-b27a-07ae81bca113" providerId="ADAL" clId="{0EE2C021-EB20-4725-9E4D-1F2A7A67CCEF}" dt="2026-05-18T07:32:15.297" v="2192" actId="20577"/>
          <ac:spMkLst>
            <pc:docMk/>
            <pc:sldMk cId="1528597737" sldId="296"/>
            <ac:spMk id="10" creationId="{056043FC-7E53-A3E2-E8B2-B983E5E4C9BF}"/>
          </ac:spMkLst>
        </pc:spChg>
        <pc:spChg chg="mod">
          <ac:chgData name="Rashid Ali (HV)" userId="347831d9-fb19-4752-b27a-07ae81bca113" providerId="ADAL" clId="{0EE2C021-EB20-4725-9E4D-1F2A7A67CCEF}" dt="2026-05-18T07:32:34.949" v="2195"/>
          <ac:spMkLst>
            <pc:docMk/>
            <pc:sldMk cId="1528597737" sldId="296"/>
            <ac:spMk id="13" creationId="{A4886772-D70F-4D6D-AA67-1145DE2F6314}"/>
          </ac:spMkLst>
        </pc:spChg>
      </pc:sldChg>
      <pc:sldChg chg="addSp delSp modSp add mod">
        <pc:chgData name="Rashid Ali (HV)" userId="347831d9-fb19-4752-b27a-07ae81bca113" providerId="ADAL" clId="{0EE2C021-EB20-4725-9E4D-1F2A7A67CCEF}" dt="2026-05-18T07:34:34.623" v="2396" actId="207"/>
        <pc:sldMkLst>
          <pc:docMk/>
          <pc:sldMk cId="1993127747" sldId="297"/>
        </pc:sldMkLst>
        <pc:spChg chg="add del mod">
          <ac:chgData name="Rashid Ali (HV)" userId="347831d9-fb19-4752-b27a-07ae81bca113" providerId="ADAL" clId="{0EE2C021-EB20-4725-9E4D-1F2A7A67CCEF}" dt="2026-05-18T07:33:19.247" v="2205" actId="478"/>
          <ac:spMkLst>
            <pc:docMk/>
            <pc:sldMk cId="1993127747" sldId="297"/>
            <ac:spMk id="3" creationId="{871E02A8-669D-5EA2-467A-1556B5EC8C2B}"/>
          </ac:spMkLst>
        </pc:spChg>
        <pc:spChg chg="add mod">
          <ac:chgData name="Rashid Ali (HV)" userId="347831d9-fb19-4752-b27a-07ae81bca113" providerId="ADAL" clId="{0EE2C021-EB20-4725-9E4D-1F2A7A67CCEF}" dt="2026-05-18T07:34:34.623" v="2396" actId="207"/>
          <ac:spMkLst>
            <pc:docMk/>
            <pc:sldMk cId="1993127747" sldId="297"/>
            <ac:spMk id="4" creationId="{4D36BD6A-C78D-AEEE-D7B5-28F99618ABB8}"/>
          </ac:spMkLst>
        </pc:spChg>
        <pc:spChg chg="del">
          <ac:chgData name="Rashid Ali (HV)" userId="347831d9-fb19-4752-b27a-07ae81bca113" providerId="ADAL" clId="{0EE2C021-EB20-4725-9E4D-1F2A7A67CCEF}" dt="2026-05-18T07:33:17.665" v="2204" actId="478"/>
          <ac:spMkLst>
            <pc:docMk/>
            <pc:sldMk cId="1993127747" sldId="297"/>
            <ac:spMk id="7" creationId="{F0360753-EC72-B9D7-6BCC-B92F13FDB047}"/>
          </ac:spMkLst>
        </pc:spChg>
        <pc:spChg chg="mod">
          <ac:chgData name="Rashid Ali (HV)" userId="347831d9-fb19-4752-b27a-07ae81bca113" providerId="ADAL" clId="{0EE2C021-EB20-4725-9E4D-1F2A7A67CCEF}" dt="2026-05-18T07:32:57.286" v="2202" actId="20577"/>
          <ac:spMkLst>
            <pc:docMk/>
            <pc:sldMk cId="1993127747" sldId="297"/>
            <ac:spMk id="10" creationId="{2E0B27CE-1C0F-4378-6173-843A511C436D}"/>
          </ac:spMkLst>
        </pc:spChg>
        <pc:spChg chg="mod">
          <ac:chgData name="Rashid Ali (HV)" userId="347831d9-fb19-4752-b27a-07ae81bca113" providerId="ADAL" clId="{0EE2C021-EB20-4725-9E4D-1F2A7A67CCEF}" dt="2026-05-18T07:33:08.424" v="2203"/>
          <ac:spMkLst>
            <pc:docMk/>
            <pc:sldMk cId="1993127747" sldId="297"/>
            <ac:spMk id="13" creationId="{3E3EB8A2-3B1D-4BD1-11EF-BFBC8A4D6291}"/>
          </ac:spMkLst>
        </pc:spChg>
      </pc:sldChg>
      <pc:sldChg chg="addSp delSp modSp add mod">
        <pc:chgData name="Rashid Ali (HV)" userId="347831d9-fb19-4752-b27a-07ae81bca113" providerId="ADAL" clId="{0EE2C021-EB20-4725-9E4D-1F2A7A67CCEF}" dt="2026-05-18T07:35:25.783" v="2404" actId="1076"/>
        <pc:sldMkLst>
          <pc:docMk/>
          <pc:sldMk cId="1942995979" sldId="298"/>
        </pc:sldMkLst>
        <pc:spChg chg="add del mod">
          <ac:chgData name="Rashid Ali (HV)" userId="347831d9-fb19-4752-b27a-07ae81bca113" providerId="ADAL" clId="{0EE2C021-EB20-4725-9E4D-1F2A7A67CCEF}" dt="2026-05-18T07:35:21.047" v="2402" actId="478"/>
          <ac:spMkLst>
            <pc:docMk/>
            <pc:sldMk cId="1942995979" sldId="298"/>
            <ac:spMk id="3" creationId="{CD887F68-9C86-D439-5791-2A93C6672438}"/>
          </ac:spMkLst>
        </pc:spChg>
        <pc:spChg chg="del">
          <ac:chgData name="Rashid Ali (HV)" userId="347831d9-fb19-4752-b27a-07ae81bca113" providerId="ADAL" clId="{0EE2C021-EB20-4725-9E4D-1F2A7A67CCEF}" dt="2026-05-18T07:35:17.884" v="2401" actId="478"/>
          <ac:spMkLst>
            <pc:docMk/>
            <pc:sldMk cId="1942995979" sldId="298"/>
            <ac:spMk id="4" creationId="{043A4F32-EDD2-6A71-690B-240AC8D299FB}"/>
          </ac:spMkLst>
        </pc:spChg>
        <pc:spChg chg="add mod">
          <ac:chgData name="Rashid Ali (HV)" userId="347831d9-fb19-4752-b27a-07ae81bca113" providerId="ADAL" clId="{0EE2C021-EB20-4725-9E4D-1F2A7A67CCEF}" dt="2026-05-18T07:35:25.783" v="2404" actId="1076"/>
          <ac:spMkLst>
            <pc:docMk/>
            <pc:sldMk cId="1942995979" sldId="298"/>
            <ac:spMk id="7" creationId="{E0457E7B-23A1-84EB-33D6-7E15F3A825BC}"/>
          </ac:spMkLst>
        </pc:spChg>
        <pc:spChg chg="mod">
          <ac:chgData name="Rashid Ali (HV)" userId="347831d9-fb19-4752-b27a-07ae81bca113" providerId="ADAL" clId="{0EE2C021-EB20-4725-9E4D-1F2A7A67CCEF}" dt="2026-05-18T07:34:48.356" v="2399" actId="20577"/>
          <ac:spMkLst>
            <pc:docMk/>
            <pc:sldMk cId="1942995979" sldId="298"/>
            <ac:spMk id="10" creationId="{B5B5BC2D-984A-3091-A079-1526DD3C7ECB}"/>
          </ac:spMkLst>
        </pc:spChg>
        <pc:spChg chg="mod">
          <ac:chgData name="Rashid Ali (HV)" userId="347831d9-fb19-4752-b27a-07ae81bca113" providerId="ADAL" clId="{0EE2C021-EB20-4725-9E4D-1F2A7A67CCEF}" dt="2026-05-18T07:35:07.501" v="2400"/>
          <ac:spMkLst>
            <pc:docMk/>
            <pc:sldMk cId="1942995979" sldId="298"/>
            <ac:spMk id="13" creationId="{B466E47C-247E-C96C-675E-FAF5AB06ED90}"/>
          </ac:spMkLst>
        </pc:spChg>
      </pc:sldChg>
      <pc:sldChg chg="addSp delSp modSp add mod">
        <pc:chgData name="Rashid Ali (HV)" userId="347831d9-fb19-4752-b27a-07ae81bca113" providerId="ADAL" clId="{0EE2C021-EB20-4725-9E4D-1F2A7A67CCEF}" dt="2026-05-18T07:38:06.097" v="2411"/>
        <pc:sldMkLst>
          <pc:docMk/>
          <pc:sldMk cId="1977102204" sldId="299"/>
        </pc:sldMkLst>
        <pc:spChg chg="add del mod">
          <ac:chgData name="Rashid Ali (HV)" userId="347831d9-fb19-4752-b27a-07ae81bca113" providerId="ADAL" clId="{0EE2C021-EB20-4725-9E4D-1F2A7A67CCEF}" dt="2026-05-18T07:38:05.638" v="2410" actId="478"/>
          <ac:spMkLst>
            <pc:docMk/>
            <pc:sldMk cId="1977102204" sldId="299"/>
            <ac:spMk id="3" creationId="{1560E2AF-6220-5192-0874-B716C8A8132E}"/>
          </ac:spMkLst>
        </pc:spChg>
        <pc:spChg chg="add mod">
          <ac:chgData name="Rashid Ali (HV)" userId="347831d9-fb19-4752-b27a-07ae81bca113" providerId="ADAL" clId="{0EE2C021-EB20-4725-9E4D-1F2A7A67CCEF}" dt="2026-05-18T07:38:06.097" v="2411"/>
          <ac:spMkLst>
            <pc:docMk/>
            <pc:sldMk cId="1977102204" sldId="299"/>
            <ac:spMk id="4" creationId="{479D69A4-0636-6700-3F2E-D42932356E8A}"/>
          </ac:spMkLst>
        </pc:spChg>
        <pc:spChg chg="del">
          <ac:chgData name="Rashid Ali (HV)" userId="347831d9-fb19-4752-b27a-07ae81bca113" providerId="ADAL" clId="{0EE2C021-EB20-4725-9E4D-1F2A7A67CCEF}" dt="2026-05-18T07:38:03.098" v="2409" actId="478"/>
          <ac:spMkLst>
            <pc:docMk/>
            <pc:sldMk cId="1977102204" sldId="299"/>
            <ac:spMk id="7" creationId="{CB6F412D-63F8-1F26-3C51-89E4EA2E149F}"/>
          </ac:spMkLst>
        </pc:spChg>
        <pc:spChg chg="mod">
          <ac:chgData name="Rashid Ali (HV)" userId="347831d9-fb19-4752-b27a-07ae81bca113" providerId="ADAL" clId="{0EE2C021-EB20-4725-9E4D-1F2A7A67CCEF}" dt="2026-05-18T07:37:45.621" v="2407" actId="20577"/>
          <ac:spMkLst>
            <pc:docMk/>
            <pc:sldMk cId="1977102204" sldId="299"/>
            <ac:spMk id="10" creationId="{F890EB8E-1C07-FD30-C86D-9B6302125CED}"/>
          </ac:spMkLst>
        </pc:spChg>
        <pc:spChg chg="mod">
          <ac:chgData name="Rashid Ali (HV)" userId="347831d9-fb19-4752-b27a-07ae81bca113" providerId="ADAL" clId="{0EE2C021-EB20-4725-9E4D-1F2A7A67CCEF}" dt="2026-05-18T07:37:54.695" v="2408"/>
          <ac:spMkLst>
            <pc:docMk/>
            <pc:sldMk cId="1977102204" sldId="299"/>
            <ac:spMk id="13" creationId="{C3B43CCA-55EB-2B20-5DB6-FA16D3BEAD9D}"/>
          </ac:spMkLst>
        </pc:spChg>
      </pc:sldChg>
      <pc:sldChg chg="modSp add mod">
        <pc:chgData name="Rashid Ali (HV)" userId="347831d9-fb19-4752-b27a-07ae81bca113" providerId="ADAL" clId="{0EE2C021-EB20-4725-9E4D-1F2A7A67CCEF}" dt="2026-05-18T07:39:09.452" v="2417"/>
        <pc:sldMkLst>
          <pc:docMk/>
          <pc:sldMk cId="3723598403" sldId="300"/>
        </pc:sldMkLst>
        <pc:spChg chg="mod">
          <ac:chgData name="Rashid Ali (HV)" userId="347831d9-fb19-4752-b27a-07ae81bca113" providerId="ADAL" clId="{0EE2C021-EB20-4725-9E4D-1F2A7A67CCEF}" dt="2026-05-18T07:39:09.452" v="2417"/>
          <ac:spMkLst>
            <pc:docMk/>
            <pc:sldMk cId="3723598403" sldId="300"/>
            <ac:spMk id="4" creationId="{52066023-6585-486E-E337-7C6ECBCB5BC7}"/>
          </ac:spMkLst>
        </pc:spChg>
        <pc:spChg chg="mod">
          <ac:chgData name="Rashid Ali (HV)" userId="347831d9-fb19-4752-b27a-07ae81bca113" providerId="ADAL" clId="{0EE2C021-EB20-4725-9E4D-1F2A7A67CCEF}" dt="2026-05-18T07:38:27.821" v="2413" actId="20577"/>
          <ac:spMkLst>
            <pc:docMk/>
            <pc:sldMk cId="3723598403" sldId="300"/>
            <ac:spMk id="10" creationId="{196632EB-F726-1722-6E5E-D6C44EABBE8C}"/>
          </ac:spMkLst>
        </pc:spChg>
        <pc:spChg chg="mod">
          <ac:chgData name="Rashid Ali (HV)" userId="347831d9-fb19-4752-b27a-07ae81bca113" providerId="ADAL" clId="{0EE2C021-EB20-4725-9E4D-1F2A7A67CCEF}" dt="2026-05-18T07:38:38.264" v="2414"/>
          <ac:spMkLst>
            <pc:docMk/>
            <pc:sldMk cId="3723598403" sldId="300"/>
            <ac:spMk id="13" creationId="{144D4168-88AF-0E5D-D57E-2497E6D1F554}"/>
          </ac:spMkLst>
        </pc:spChg>
      </pc:sldChg>
      <pc:sldChg chg="addSp delSp modSp add mod">
        <pc:chgData name="Rashid Ali (HV)" userId="347831d9-fb19-4752-b27a-07ae81bca113" providerId="ADAL" clId="{0EE2C021-EB20-4725-9E4D-1F2A7A67CCEF}" dt="2026-05-18T07:40:05.843" v="2442" actId="207"/>
        <pc:sldMkLst>
          <pc:docMk/>
          <pc:sldMk cId="3144394870" sldId="301"/>
        </pc:sldMkLst>
        <pc:spChg chg="add del mod">
          <ac:chgData name="Rashid Ali (HV)" userId="347831d9-fb19-4752-b27a-07ae81bca113" providerId="ADAL" clId="{0EE2C021-EB20-4725-9E4D-1F2A7A67CCEF}" dt="2026-05-18T07:39:55.711" v="2423" actId="478"/>
          <ac:spMkLst>
            <pc:docMk/>
            <pc:sldMk cId="3144394870" sldId="301"/>
            <ac:spMk id="3" creationId="{C41EC1F1-D160-F619-E59D-A7BCC14C8E1D}"/>
          </ac:spMkLst>
        </pc:spChg>
        <pc:spChg chg="del">
          <ac:chgData name="Rashid Ali (HV)" userId="347831d9-fb19-4752-b27a-07ae81bca113" providerId="ADAL" clId="{0EE2C021-EB20-4725-9E4D-1F2A7A67CCEF}" dt="2026-05-18T07:39:54.196" v="2422" actId="478"/>
          <ac:spMkLst>
            <pc:docMk/>
            <pc:sldMk cId="3144394870" sldId="301"/>
            <ac:spMk id="4" creationId="{6CB4C0A0-0351-CEE1-2FE6-0F0E4DBF2AD8}"/>
          </ac:spMkLst>
        </pc:spChg>
        <pc:spChg chg="add mod">
          <ac:chgData name="Rashid Ali (HV)" userId="347831d9-fb19-4752-b27a-07ae81bca113" providerId="ADAL" clId="{0EE2C021-EB20-4725-9E4D-1F2A7A67CCEF}" dt="2026-05-18T07:40:05.843" v="2442" actId="207"/>
          <ac:spMkLst>
            <pc:docMk/>
            <pc:sldMk cId="3144394870" sldId="301"/>
            <ac:spMk id="7" creationId="{8C14E7A0-2FFE-97D7-90DC-679DD8C5CFD2}"/>
          </ac:spMkLst>
        </pc:spChg>
        <pc:spChg chg="mod">
          <ac:chgData name="Rashid Ali (HV)" userId="347831d9-fb19-4752-b27a-07ae81bca113" providerId="ADAL" clId="{0EE2C021-EB20-4725-9E4D-1F2A7A67CCEF}" dt="2026-05-18T07:39:36.974" v="2420" actId="20577"/>
          <ac:spMkLst>
            <pc:docMk/>
            <pc:sldMk cId="3144394870" sldId="301"/>
            <ac:spMk id="10" creationId="{D54003C9-5199-E22B-A309-C787F0BC69CE}"/>
          </ac:spMkLst>
        </pc:spChg>
        <pc:spChg chg="mod">
          <ac:chgData name="Rashid Ali (HV)" userId="347831d9-fb19-4752-b27a-07ae81bca113" providerId="ADAL" clId="{0EE2C021-EB20-4725-9E4D-1F2A7A67CCEF}" dt="2026-05-18T07:39:46.099" v="2421"/>
          <ac:spMkLst>
            <pc:docMk/>
            <pc:sldMk cId="3144394870" sldId="301"/>
            <ac:spMk id="13" creationId="{CAC33D49-B39B-012D-28E5-B1DB639C7C56}"/>
          </ac:spMkLst>
        </pc:spChg>
      </pc:sldChg>
      <pc:sldChg chg="addSp delSp modSp new mod ord modShow">
        <pc:chgData name="Rashid Ali (HV)" userId="347831d9-fb19-4752-b27a-07ae81bca113" providerId="ADAL" clId="{0EE2C021-EB20-4725-9E4D-1F2A7A67CCEF}" dt="2026-05-18T07:42:55.541" v="2692" actId="6549"/>
        <pc:sldMkLst>
          <pc:docMk/>
          <pc:sldMk cId="2140932151" sldId="302"/>
        </pc:sldMkLst>
        <pc:spChg chg="mod">
          <ac:chgData name="Rashid Ali (HV)" userId="347831d9-fb19-4752-b27a-07ae81bca113" providerId="ADAL" clId="{0EE2C021-EB20-4725-9E4D-1F2A7A67CCEF}" dt="2026-05-18T07:41:14.242" v="2470"/>
          <ac:spMkLst>
            <pc:docMk/>
            <pc:sldMk cId="2140932151" sldId="302"/>
            <ac:spMk id="2" creationId="{C76899E8-E86B-0A68-2857-976332704C4B}"/>
          </ac:spMkLst>
        </pc:spChg>
        <pc:spChg chg="del mod">
          <ac:chgData name="Rashid Ali (HV)" userId="347831d9-fb19-4752-b27a-07ae81bca113" providerId="ADAL" clId="{0EE2C021-EB20-4725-9E4D-1F2A7A67CCEF}" dt="2026-05-18T07:41:25.582" v="2473" actId="478"/>
          <ac:spMkLst>
            <pc:docMk/>
            <pc:sldMk cId="2140932151" sldId="302"/>
            <ac:spMk id="3" creationId="{DB449333-18A5-B99B-4526-EAF793F13A4B}"/>
          </ac:spMkLst>
        </pc:spChg>
        <pc:spChg chg="add mod">
          <ac:chgData name="Rashid Ali (HV)" userId="347831d9-fb19-4752-b27a-07ae81bca113" providerId="ADAL" clId="{0EE2C021-EB20-4725-9E4D-1F2A7A67CCEF}" dt="2026-05-18T07:42:55.541" v="2692" actId="6549"/>
          <ac:spMkLst>
            <pc:docMk/>
            <pc:sldMk cId="2140932151" sldId="302"/>
            <ac:spMk id="4" creationId="{78AC4558-3650-FB69-C9E9-69BD05421C68}"/>
          </ac:spMkLst>
        </pc:spChg>
      </pc:sldChg>
      <pc:sldChg chg="addSp delSp modSp add del mod delAnim modAnim modNotesTx">
        <pc:chgData name="Rashid Ali (HV)" userId="347831d9-fb19-4752-b27a-07ae81bca113" providerId="ADAL" clId="{0EE2C021-EB20-4725-9E4D-1F2A7A67CCEF}" dt="2026-05-18T07:30:41.933" v="2161" actId="47"/>
        <pc:sldMkLst>
          <pc:docMk/>
          <pc:sldMk cId="2114681369" sldId="345"/>
        </pc:sldMkLst>
      </pc:sldChg>
      <pc:sldChg chg="addSp delSp modSp add del mod modAnim modNotesTx">
        <pc:chgData name="Rashid Ali (HV)" userId="347831d9-fb19-4752-b27a-07ae81bca113" providerId="ADAL" clId="{0EE2C021-EB20-4725-9E4D-1F2A7A67CCEF}" dt="2026-05-18T07:30:42.364" v="2162" actId="47"/>
        <pc:sldMkLst>
          <pc:docMk/>
          <pc:sldMk cId="2597942226" sldId="346"/>
        </pc:sldMkLst>
      </pc:sldChg>
      <pc:sldChg chg="addSp delSp modSp add del mod">
        <pc:chgData name="Rashid Ali (HV)" userId="347831d9-fb19-4752-b27a-07ae81bca113" providerId="ADAL" clId="{0EE2C021-EB20-4725-9E4D-1F2A7A67CCEF}" dt="2026-05-18T07:30:43.727" v="2164" actId="47"/>
        <pc:sldMkLst>
          <pc:docMk/>
          <pc:sldMk cId="2396920523" sldId="347"/>
        </pc:sldMkLst>
      </pc:sldChg>
      <pc:sldChg chg="addSp delSp modSp add del mod ord">
        <pc:chgData name="Rashid Ali (HV)" userId="347831d9-fb19-4752-b27a-07ae81bca113" providerId="ADAL" clId="{0EE2C021-EB20-4725-9E4D-1F2A7A67CCEF}" dt="2026-05-18T07:30:42.763" v="2163" actId="47"/>
        <pc:sldMkLst>
          <pc:docMk/>
          <pc:sldMk cId="134640888" sldId="348"/>
        </pc:sldMkLst>
      </pc:sldChg>
      <pc:sldChg chg="addSp delSp modSp add del mod">
        <pc:chgData name="Rashid Ali (HV)" userId="347831d9-fb19-4752-b27a-07ae81bca113" providerId="ADAL" clId="{0EE2C021-EB20-4725-9E4D-1F2A7A67CCEF}" dt="2026-05-18T07:30:44.060" v="2165" actId="47"/>
        <pc:sldMkLst>
          <pc:docMk/>
          <pc:sldMk cId="2894774155" sldId="349"/>
        </pc:sldMkLst>
      </pc:sldChg>
      <pc:sldChg chg="addSp delSp modSp add del mod delAnim modAnim modNotesTx">
        <pc:chgData name="Rashid Ali (HV)" userId="347831d9-fb19-4752-b27a-07ae81bca113" providerId="ADAL" clId="{0EE2C021-EB20-4725-9E4D-1F2A7A67CCEF}" dt="2026-05-18T07:30:45.814" v="2167" actId="47"/>
        <pc:sldMkLst>
          <pc:docMk/>
          <pc:sldMk cId="3444273714" sldId="350"/>
        </pc:sldMkLst>
      </pc:sldChg>
      <pc:sldChg chg="addSp delSp modSp add del mod addAnim delAnim modAnim modNotesTx">
        <pc:chgData name="Rashid Ali (HV)" userId="347831d9-fb19-4752-b27a-07ae81bca113" providerId="ADAL" clId="{0EE2C021-EB20-4725-9E4D-1F2A7A67CCEF}" dt="2026-05-18T07:30:47.503" v="2168" actId="47"/>
        <pc:sldMkLst>
          <pc:docMk/>
          <pc:sldMk cId="871396717" sldId="351"/>
        </pc:sldMkLst>
      </pc:sldChg>
      <pc:sldChg chg="addSp delSp modSp add del mod addAnim delAnim modAnim modNotesTx">
        <pc:chgData name="Rashid Ali (HV)" userId="347831d9-fb19-4752-b27a-07ae81bca113" providerId="ADAL" clId="{0EE2C021-EB20-4725-9E4D-1F2A7A67CCEF}" dt="2026-05-18T07:30:47.941" v="2169" actId="47"/>
        <pc:sldMkLst>
          <pc:docMk/>
          <pc:sldMk cId="2886918277" sldId="352"/>
        </pc:sldMkLst>
      </pc:sldChg>
      <pc:sldChg chg="addSp delSp modSp add del mod delAnim modAnim">
        <pc:chgData name="Rashid Ali (HV)" userId="347831d9-fb19-4752-b27a-07ae81bca113" providerId="ADAL" clId="{0EE2C021-EB20-4725-9E4D-1F2A7A67CCEF}" dt="2026-05-18T07:30:48.474" v="2170" actId="47"/>
        <pc:sldMkLst>
          <pc:docMk/>
          <pc:sldMk cId="4079371535" sldId="353"/>
        </pc:sldMkLst>
      </pc:sldChg>
      <pc:sldChg chg="addSp delSp modSp add del mod modAnim">
        <pc:chgData name="Rashid Ali (HV)" userId="347831d9-fb19-4752-b27a-07ae81bca113" providerId="ADAL" clId="{0EE2C021-EB20-4725-9E4D-1F2A7A67CCEF}" dt="2026-05-18T07:30:45.312" v="2166" actId="47"/>
        <pc:sldMkLst>
          <pc:docMk/>
          <pc:sldMk cId="3274432827" sldId="354"/>
        </pc:sldMkLst>
      </pc:sldChg>
      <pc:sldChg chg="addSp delSp modSp add del mod delAnim modAnim">
        <pc:chgData name="Rashid Ali (HV)" userId="347831d9-fb19-4752-b27a-07ae81bca113" providerId="ADAL" clId="{0EE2C021-EB20-4725-9E4D-1F2A7A67CCEF}" dt="2026-05-18T07:30:48.932" v="2171" actId="47"/>
        <pc:sldMkLst>
          <pc:docMk/>
          <pc:sldMk cId="3059712456" sldId="355"/>
        </pc:sldMkLst>
      </pc:sldChg>
      <pc:sldChg chg="addSp delSp modSp add del mod delAnim modAnim">
        <pc:chgData name="Rashid Ali (HV)" userId="347831d9-fb19-4752-b27a-07ae81bca113" providerId="ADAL" clId="{0EE2C021-EB20-4725-9E4D-1F2A7A67CCEF}" dt="2026-05-18T07:30:49.580" v="2172" actId="47"/>
        <pc:sldMkLst>
          <pc:docMk/>
          <pc:sldMk cId="4267169443" sldId="356"/>
        </pc:sldMkLst>
      </pc:sldChg>
      <pc:sldChg chg="addSp delSp modSp add del mod delAnim modAnim">
        <pc:chgData name="Rashid Ali (HV)" userId="347831d9-fb19-4752-b27a-07ae81bca113" providerId="ADAL" clId="{0EE2C021-EB20-4725-9E4D-1F2A7A67CCEF}" dt="2026-05-18T07:30:50.619" v="2173" actId="47"/>
        <pc:sldMkLst>
          <pc:docMk/>
          <pc:sldMk cId="2568483095" sldId="357"/>
        </pc:sldMkLst>
      </pc:sldChg>
      <pc:sldChg chg="addSp delSp modSp add del mod delAnim modAnim">
        <pc:chgData name="Rashid Ali (HV)" userId="347831d9-fb19-4752-b27a-07ae81bca113" providerId="ADAL" clId="{0EE2C021-EB20-4725-9E4D-1F2A7A67CCEF}" dt="2026-05-18T07:30:51.593" v="2174" actId="47"/>
        <pc:sldMkLst>
          <pc:docMk/>
          <pc:sldMk cId="3487100578" sldId="35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8:24.269"/>
    </inkml:context>
    <inkml:brush xml:id="br0">
      <inkml:brushProperty name="width" value="0.07056" units="cm"/>
      <inkml:brushProperty name="height" value="0.07056" units="cm"/>
      <inkml:brushProperty name="color" value="#66CC00"/>
      <inkml:brushProperty name="transparency" value="119"/>
    </inkml:brush>
  </inkml:definitions>
  <inkml:trace contextRef="#ctx0" brushRef="#br0">882 8 24575,'-18'0'0,"2"0"0,5-3 0,-5 2 0,4-3 0,-16 4 0,8 0 0,-25 10 0,24-8 0,-30 18 0,22-8 0,-25 10 0,25-3 0,-16 7 0,7 3 0,-8 11 0,-9 16 0,19-18 0,0 12 0,7-4 0,-6-2 0,9 10 0,-2-16 0,16-14 0,-1 6 0,1-5 0,0-5 0,5 2 0,-3-2 0,2 10 0,-5 2 0,0 0 0,-1 9 0,7-12 0,-6 27 0,11-27 0,-5 8 0,1-8 0,4 5 0,-4-2 0,6-2 0,0-6 0,0 6 0,5 3 0,4 24 0,6-15 0,-1 11 0,8-3 0,-13-22 0,9 9 0,-17-19 0,16 5 0,-13-8 0,12 8 0,-3-4 0,-1-4 0,7 7 0,-4-7 0,14 16 0,-9-10 0,8 11 0,-12-18 0,4 9 0,-2-12 0,-1 6 0,-7-9 0,-5 1 0,11 4 0,-3-4 0,5 4 0,3 0 0,3 1 0,2 5 0,27 8 0,-23-11 0,17 9 0,-16-9 0,-6-2 0,12 0 0,-6 0 0,8-3 0,27 11 0,-13-9 0,16 4 0,-15-6 0,-6-1 0,9 1 0,0 0 0,-9-5 0,8 4 0,-16-9 0,34 11 0,-21-11 0,9 5 0,-18-6 0,-18 0 0,4 0 0,-7 0 0,1-4 0,-1 3 0,7-8 0,2 3 0,7-4 0,0 0 0,8-5 0,-7 4 0,6-9 0,4-4 0,-22 8 0,6-4 0,-19 7 0,11-7 0,-5-1 0,5-8 0,-8 4 0,14-36 0,-8 24 0,17-55 0,-25 55 0,6-18 0,-9 26 0,-2 5 0,5-28 0,-10 16 0,9-22 0,-14 21 0,5-2 0,-6-3 0,0-11 0,0 10 0,0-2 0,-5 21 0,4 5 0,-9 1 0,-5-11 0,2 2 0,-6-4 0,6 3 0,0 2 0,0-4 0,-4 5 0,-5-17 0,-2 19 0,-4-19 0,10 22 0,-5-3 0,3 0 0,-12-4 0,5-4 0,-15-1 0,7-1 0,0 2 0,3 0 0,0 4 0,-5-15 0,5 18 0,4-13 0,5 19 0,5 0 0,-6-6 0,0 5 0,5-4 0,-3 5 0,10 3 0,-10-2 0,11 8 0,-6-3 0,6 4 0,1 0 0,0 3 0,-1-2 0,1 3 0,-6-6 0,3 2 0,-2-1 0,-1 5 0,3-3 0,-2 2 0,-1-3 0,-2-1 0,-19 0 0,15 0 0,-15 3 0,19 2 0,-12-1 0,11 4 0,-10-8 0,5 8 0,-1-7 0,-6 7 0,14-6 0,-5 6 0,4-3 0,1 4 0,-5 0 0,11-3 0,-6 2 0,6-3 0,1 4 0,0 0 0,-1 0 0,1 0 0,5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9:32.6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24575,'0'0'0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98168-878E-694F-9469-2516A5A58324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4235D-22AC-6342-A031-DEBB350D156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9194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customXml" Target="../ink/ink1.xml"/><Relationship Id="rId6" Type="http://schemas.openxmlformats.org/officeDocument/2006/relationships/image" Target="../media/image80.png"/><Relationship Id="rId7" Type="http://schemas.openxmlformats.org/officeDocument/2006/relationships/customXml" Target="../ink/ink2.xml"/><Relationship Id="rId8" Type="http://schemas.openxmlformats.org/officeDocument/2006/relationships/image" Target="../media/image9.png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4235D-22AC-6342-A031-DEBB350D156D}" type="slidenum">
              <a:rPr lang="sv-SE" smtClean="0"/>
              <a:t>2</a:t>
            </a:fld>
            <a:endParaRPr lang="sv-SE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23E45C5D-BC61-CEFC-BD7D-CDBEEEF2F42A}"/>
              </a:ext>
            </a:extLst>
          </p:cNvPr>
          <p:cNvSpPr txBox="1">
            <a:spLocks/>
          </p:cNvSpPr>
          <p:nvPr/>
        </p:nvSpPr>
        <p:spPr>
          <a:xfrm>
            <a:off x="685800" y="4400550"/>
            <a:ext cx="5486400" cy="886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1100" dirty="0"/>
              <a:t>Exempelsidorna som följer visa hur layouten är tänkt med bilder och layoutflöde.</a:t>
            </a:r>
          </a:p>
          <a:p>
            <a:r>
              <a:rPr lang="sv-SE" sz="1100" dirty="0"/>
              <a:t>Under ”Ny bild”</a:t>
            </a:r>
            <a:r>
              <a:rPr lang="sv-SE" sz="1100" baseline="30000" dirty="0"/>
              <a:t>1</a:t>
            </a:r>
            <a:r>
              <a:rPr lang="sv-SE" sz="1100" dirty="0"/>
              <a:t> finns fler layoutmallar</a:t>
            </a:r>
            <a:r>
              <a:rPr lang="sv-SE" sz="1100" baseline="30000" dirty="0"/>
              <a:t>2</a:t>
            </a:r>
            <a:r>
              <a:rPr lang="sv-SE" sz="1100" dirty="0"/>
              <a:t> än de som ligger på exempelsidorna nedan.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6D48CC57-55B3-91FB-5900-C7D14B4919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821"/>
          <a:stretch/>
        </p:blipFill>
        <p:spPr>
          <a:xfrm>
            <a:off x="2804773" y="5348448"/>
            <a:ext cx="3489346" cy="2057990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41A2D5AA-6E1A-2555-51DF-762927B6D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96" y="5348447"/>
            <a:ext cx="2095500" cy="106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ennanteckning 6">
                <a:extLst>
                  <a:ext uri="{FF2B5EF4-FFF2-40B4-BE49-F238E27FC236}">
                    <a16:creationId xmlns:a16="http://schemas.microsoft.com/office/drawing/2014/main" id="{6CC25B50-9E63-5B9C-84E9-2FE7F0F8CAA3}"/>
                  </a:ext>
                </a:extLst>
              </p14:cNvPr>
              <p14:cNvContentPartPr/>
              <p14:nvPr/>
            </p14:nvContentPartPr>
            <p14:xfrm>
              <a:off x="1355245" y="5604696"/>
              <a:ext cx="851648" cy="747975"/>
            </p14:xfrm>
          </p:contentPart>
        </mc:Choice>
        <mc:Fallback xmlns="">
          <p:pic>
            <p:nvPicPr>
              <p:cNvPr id="7" name="Pennanteckning 6">
                <a:extLst>
                  <a:ext uri="{FF2B5EF4-FFF2-40B4-BE49-F238E27FC236}">
                    <a16:creationId xmlns:a16="http://schemas.microsoft.com/office/drawing/2014/main" id="{6CC25B50-9E63-5B9C-84E9-2FE7F0F8CA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2641" y="5592098"/>
                <a:ext cx="876855" cy="772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Pennanteckning 14">
                <a:extLst>
                  <a:ext uri="{FF2B5EF4-FFF2-40B4-BE49-F238E27FC236}">
                    <a16:creationId xmlns:a16="http://schemas.microsoft.com/office/drawing/2014/main" id="{72023D49-30C7-148D-FEE6-86ED3EAAE02D}"/>
                  </a:ext>
                </a:extLst>
              </p14:cNvPr>
              <p14:cNvContentPartPr/>
              <p14:nvPr/>
            </p14:nvContentPartPr>
            <p14:xfrm>
              <a:off x="3733045" y="7312837"/>
              <a:ext cx="360" cy="360"/>
            </p14:xfrm>
          </p:contentPart>
        </mc:Choice>
        <mc:Fallback xmlns="">
          <p:pic>
            <p:nvPicPr>
              <p:cNvPr id="15" name="Pennanteckning 14">
                <a:extLst>
                  <a:ext uri="{FF2B5EF4-FFF2-40B4-BE49-F238E27FC236}">
                    <a16:creationId xmlns:a16="http://schemas.microsoft.com/office/drawing/2014/main" id="{72023D49-30C7-148D-FEE6-86ED3EAAE0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15045" y="7295197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Platshållare för anteckningar 2">
            <a:extLst>
              <a:ext uri="{FF2B5EF4-FFF2-40B4-BE49-F238E27FC236}">
                <a16:creationId xmlns:a16="http://schemas.microsoft.com/office/drawing/2014/main" id="{637E6ED9-9023-84B5-6EDD-979E989BBB79}"/>
              </a:ext>
            </a:extLst>
          </p:cNvPr>
          <p:cNvSpPr txBox="1">
            <a:spLocks/>
          </p:cNvSpPr>
          <p:nvPr/>
        </p:nvSpPr>
        <p:spPr>
          <a:xfrm>
            <a:off x="468086" y="5027570"/>
            <a:ext cx="348343" cy="355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1.</a:t>
            </a:r>
          </a:p>
        </p:txBody>
      </p:sp>
      <p:sp>
        <p:nvSpPr>
          <p:cNvPr id="18" name="Platshållare för anteckningar 2">
            <a:extLst>
              <a:ext uri="{FF2B5EF4-FFF2-40B4-BE49-F238E27FC236}">
                <a16:creationId xmlns:a16="http://schemas.microsoft.com/office/drawing/2014/main" id="{DAD7858E-C1AE-5092-A57E-7A5E7EB02795}"/>
              </a:ext>
            </a:extLst>
          </p:cNvPr>
          <p:cNvSpPr txBox="1">
            <a:spLocks/>
          </p:cNvSpPr>
          <p:nvPr/>
        </p:nvSpPr>
        <p:spPr>
          <a:xfrm>
            <a:off x="2741023" y="5027570"/>
            <a:ext cx="348343" cy="355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4167124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2574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9894-473E-E271-A363-04432D35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1D07AC85-8660-6465-D39A-1B38CB038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9E2EEE91-6BDB-8009-75BA-ABFA2F444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00048E7-7493-FDB4-1AE6-74978C451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5315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B310-3058-CA34-46B9-A6B710D7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E44AF56E-8761-0A87-502E-A4E0419AF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ABF496A9-33E1-60A5-CFFC-5ABA3FEB1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C62F2054-400B-4018-085C-84D76B228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68145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BCC14-AAC5-F17E-45DD-8D9CCD6C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8A6AAA47-2B7D-2283-3CA4-BA58CB2B0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6EE6D055-8801-43EE-729F-7C9E6137B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BE44FF8-8DD3-9913-6968-7B0EA58BC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9968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2279A-54C6-42A6-C799-D5833973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70B84216-3E13-72BD-05B1-643B79C60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4081EBDA-9C4E-9665-BD57-CC07387F9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789A65A-3A34-C9C2-2575-5DF9F6E9D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08146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7390F-91FE-5D44-2BC0-47CEC32F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4800CC43-E930-7175-4858-77857A21E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C9D07806-25E1-7841-8F4B-CC1200E3C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D66C0DF-69FE-2353-F88A-7F92D4E1E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266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22EE4-080E-398B-E927-81411E8B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BD628086-EBD8-6D32-C586-DD6CFC4D6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C8622563-515D-8F5F-0983-666C46EB9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DFA15E7-9495-4272-6DDA-CFCE11D4E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1424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8F74-22C4-1E5A-DE52-AC5416D1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481EA47E-85FC-114A-7293-0C278DA50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776592EB-53F0-F139-0766-B7511F2A2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DF8AD37E-D07A-0972-6386-47349E0D1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01126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5060-B993-7F81-0BB7-989608036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9FA1D16A-3E4A-85FD-1456-A5D513C1C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6689EF3E-5390-2017-1C3A-2C21B9307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1D428C5-652A-91C6-2CB0-C50DDCB29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B6F64-619F-CA4E-8D4D-ADC8B811E3EF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4081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4235D-22AC-6342-A031-DEBB350D156D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27826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hdphoto" Target="../media/hdphoto4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hdphoto" Target="../media/hdphoto5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hdphoto" Target="../media/hdphoto6.wdp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hdphoto" Target="../media/hdphoto7.wdp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3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7.wdp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8.wdp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9.wdp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hdphoto" Target="../media/hdphoto7.wdp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microsoft.com/office/2007/relationships/hdphoto" Target="../media/hdphoto10.wdp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>
            <a:extLst>
              <a:ext uri="{FF2B5EF4-FFF2-40B4-BE49-F238E27FC236}">
                <a16:creationId xmlns:a16="http://schemas.microsoft.com/office/drawing/2014/main" id="{4E6C138C-2D9C-3B27-CC7A-0F065B6E77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19700" y="6032606"/>
            <a:ext cx="1752600" cy="129822"/>
          </a:xfrm>
          <a:prstGeom prst="rect">
            <a:avLst/>
          </a:prstGeom>
        </p:spPr>
      </p:pic>
      <p:sp>
        <p:nvSpPr>
          <p:cNvPr id="3" name="Underrubrik 2">
            <a:extLst>
              <a:ext uri="{FF2B5EF4-FFF2-40B4-BE49-F238E27FC236}">
                <a16:creationId xmlns:a16="http://schemas.microsoft.com/office/drawing/2014/main" id="{586CAC9C-0F09-C349-B5D4-B53A7B5C6D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4435" y="2899692"/>
            <a:ext cx="10934052" cy="820544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Klicka här för att lägga till underrubrik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98B1561F-3050-4841-B1B6-4DC43B9771ED}"/>
              </a:ext>
            </a:extLst>
          </p:cNvPr>
          <p:cNvSpPr/>
          <p:nvPr userDrawn="1"/>
        </p:nvSpPr>
        <p:spPr>
          <a:xfrm>
            <a:off x="10169718" y="5609645"/>
            <a:ext cx="2022282" cy="124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14" name="Rubrik 13">
            <a:extLst>
              <a:ext uri="{FF2B5EF4-FFF2-40B4-BE49-F238E27FC236}">
                <a16:creationId xmlns:a16="http://schemas.microsoft.com/office/drawing/2014/main" id="{4056FED1-8C17-A747-9886-2416BD52F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4434" y="2121078"/>
            <a:ext cx="10934053" cy="757638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rPr lang="sv-SE" dirty="0"/>
              <a:t>Titel på presentationen</a:t>
            </a:r>
          </a:p>
        </p:txBody>
      </p:sp>
      <p:pic>
        <p:nvPicPr>
          <p:cNvPr id="5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6BEED4EB-C306-880B-6CBF-F40562BF99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03276" y="4678316"/>
            <a:ext cx="1985449" cy="119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0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2B8582D-0DBD-934B-B7C1-CB3975734316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38876F81-4DF1-F68A-4CAC-80885172EB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4435" y="2899692"/>
            <a:ext cx="10934052" cy="820544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Klicka här för att lägga till underrubrik</a:t>
            </a:r>
          </a:p>
        </p:txBody>
      </p:sp>
      <p:sp>
        <p:nvSpPr>
          <p:cNvPr id="7" name="Rubrik 13">
            <a:extLst>
              <a:ext uri="{FF2B5EF4-FFF2-40B4-BE49-F238E27FC236}">
                <a16:creationId xmlns:a16="http://schemas.microsoft.com/office/drawing/2014/main" id="{490EBF0D-F5A5-C854-8856-71245BE291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4434" y="2121078"/>
            <a:ext cx="10934053" cy="757638"/>
          </a:xfrm>
          <a:prstGeom prst="rect">
            <a:avLst/>
          </a:prstGeom>
        </p:spPr>
        <p:txBody>
          <a:bodyPr anchor="b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Titel på presentationen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3B06943D-D4CA-5387-3A70-D889AC874A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03276" y="4678316"/>
            <a:ext cx="1985448" cy="1198466"/>
          </a:xfrm>
          <a:prstGeom prst="rect">
            <a:avLst/>
          </a:prstGeom>
        </p:spPr>
      </p:pic>
      <p:pic>
        <p:nvPicPr>
          <p:cNvPr id="4" name="Bildobjekt 3">
            <a:extLst>
              <a:ext uri="{FF2B5EF4-FFF2-40B4-BE49-F238E27FC236}">
                <a16:creationId xmlns:a16="http://schemas.microsoft.com/office/drawing/2014/main" id="{00B35631-0AFD-921A-82D5-539BD16C23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964"/>
                    </a14:imgEffect>
                    <a14:imgEffect>
                      <a14:saturation sat="132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19700" y="6032606"/>
            <a:ext cx="1752600" cy="12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2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 –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DD383F1-07B0-9944-ACA3-4632D18B467E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9BF734-C978-214F-A95D-52A2AFCE5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2107768"/>
            <a:ext cx="9838516" cy="130573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287B519-5C0B-F645-8FC3-DD9D475F47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3401568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Plats för </a:t>
            </a:r>
            <a:r>
              <a:rPr lang="en-US" dirty="0" err="1"/>
              <a:t>underrubrik</a:t>
            </a:r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0B0867FB-1C16-9797-DB46-2F25B3CB84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5D2A201E-1E8C-51DB-87A6-CA23892B6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2A0E4F28-D74F-2A88-4B13-01AE00A23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11EC8591-2F46-3030-9E22-6E420BBCEE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7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vsnittsrubrik –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DD383F1-07B0-9944-ACA3-4632D18B467E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9BF734-C978-214F-A95D-52A2AFCE5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2107768"/>
            <a:ext cx="9838516" cy="130573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287B519-5C0B-F645-8FC3-DD9D475F47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3401568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Plats för </a:t>
            </a:r>
            <a:r>
              <a:rPr lang="en-US" dirty="0" err="1"/>
              <a:t>underrubrik</a:t>
            </a:r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0B0867FB-1C16-9797-DB46-2F25B3CB84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0CF37BE8-56D6-C81D-FF60-0FB96F24E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9E2CDF77-7B81-E856-BC31-431F57A65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829054E-75F2-A972-92EF-480907828F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2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161268-21CF-9FAB-7ED9-66B9D2431770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9BF734-C978-214F-A95D-52A2AFCE5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287B519-5C0B-F645-8FC3-DD9D475F47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Plats för underrubrik. Justera till vit text om bilden kräver.</a:t>
            </a:r>
          </a:p>
        </p:txBody>
      </p:sp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8B1BF9F-FF6F-4F7A-3B6A-E0044BBF6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DB7E0C74-BD21-A174-99BC-030228910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4D9DA46F-5A2A-D185-0F7E-C3B595C41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2034C138-A410-3A6C-56B1-F5E4F46421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0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161268-21CF-9FAB-7ED9-66B9D2431770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9BF734-C978-214F-A95D-52A2AFCE5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287B519-5C0B-F645-8FC3-DD9D475F47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Plats för underrubrik. Justera till vit text om bilden kräver.</a:t>
            </a:r>
          </a:p>
        </p:txBody>
      </p:sp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8B1BF9F-FF6F-4F7A-3B6A-E0044BBF6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69287A6B-4BF4-D5B4-AC6D-31B990C3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F02139AA-8737-132B-F408-75232EEB1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7B4F89BC-B18D-E688-02BE-B7FEB76B4B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6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8D99496F-BFBA-8E4D-9B41-5928FFDA9E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utfallande bild. Markera denna bildruta &gt; Välj Infoga i menyn &gt; Bild /Bild från fil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9BF734-C978-214F-A95D-52A2AFCE5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287B519-5C0B-F645-8FC3-DD9D475F47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Plats för underrubrik. Justera till vit text om bilden kräver.</a:t>
            </a:r>
          </a:p>
        </p:txBody>
      </p:sp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8B1BF9F-FF6F-4F7A-3B6A-E0044BBF6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pic>
        <p:nvPicPr>
          <p:cNvPr id="4" name="Bildobjekt 3">
            <a:extLst>
              <a:ext uri="{FF2B5EF4-FFF2-40B4-BE49-F238E27FC236}">
                <a16:creationId xmlns:a16="http://schemas.microsoft.com/office/drawing/2014/main" id="{11242888-E398-711C-0EF9-E65F585D0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i 2-spalt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1B3314F-6D95-AA46-9CF0-AC5F39733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1040607"/>
            <a:ext cx="9470598" cy="16002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B1C2282E-63EE-9843-D2DF-C7DF894F7F1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när du har lite längre textinnehåll. Dela gärna in i mindre stycken eller använd punktlista.</a:t>
            </a:r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23E360BC-8289-8726-1700-2D7C384A6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EBBB9BA3-F13E-401C-22E3-6EF156E8A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563866CB-998A-A839-A6F5-26658A436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2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CE3EB138-ED4B-C64C-B133-68FB89CAA002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E6DAC72-91D7-F24D-A560-C536617DE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9724372-13FC-99B8-E727-B51B3FD828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när du har lite längre textinnehåll. Dela gärna in i mindre stycken eller använd punktlista.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7726FDBC-02F9-0BD1-0D22-EBF3C75B2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C4A6D923-2B10-BF75-228C-652787A6C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C831C268-3653-3918-B735-C7033E06F3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7E946EC-9BB4-FEBB-1AAC-C26DB16152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3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CE3EB138-ED4B-C64C-B133-68FB89CAA002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E6DAC72-91D7-F24D-A560-C536617DE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9724372-13FC-99B8-E727-B51B3FD828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när du har lite längre textinnehåll. Dela gärna in i mindre stycken eller använd punktlista.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7726FDBC-02F9-0BD1-0D22-EBF3C75B2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BCCCCA4C-9ECA-0B00-AFBF-8F177D050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7316CB53-895D-7EAD-3620-14A88551F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9EBAC66-87E5-35FB-608B-990BF83006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6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CE3EB138-ED4B-C64C-B133-68FB89CAA002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E6DAC72-91D7-F24D-A560-C536617DE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9724372-13FC-99B8-E727-B51B3FD828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när du har lite längre textinnehåll. Dela gärna in i mindre stycken eller använd punktlista.</a:t>
            </a:r>
          </a:p>
        </p:txBody>
      </p:sp>
      <p:pic>
        <p:nvPicPr>
          <p:cNvPr id="8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F07990CA-93E7-0C37-6CB0-06A6D285F9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7FC98B82-87AD-E936-887F-A795418CC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868C9141-FD40-483C-28D8-321D24CCC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CF55D87E-0B0A-6D5C-6499-885F8C0B6B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51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CE3EB138-ED4B-C64C-B133-68FB89CAA002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E6DAC72-91D7-F24D-A560-C536617DE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9724372-13FC-99B8-E727-B51B3FD828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när du har lite längre textinnehåll. Dela gärna in i mindre stycken eller använd punktlista.</a:t>
            </a:r>
          </a:p>
        </p:txBody>
      </p:sp>
      <p:pic>
        <p:nvPicPr>
          <p:cNvPr id="8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F07990CA-93E7-0C37-6CB0-06A6D285F9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AB5841FC-DD5F-F4C1-FFE4-868022B40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5B33EFFD-88EF-EF87-8A93-83298A745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C1CA31D-E4AF-BB5A-2413-666BC7ABF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, 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F31F6A5B-9534-7940-B8AE-0C920F07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DCA4C76C-34D6-3C46-B4AC-E8F7AE5977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94588" y="1303338"/>
            <a:ext cx="4067175" cy="4237037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sv-SE" dirty="0"/>
              <a:t>Utrymme att placera grafik eller illustration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FAF70069-28F0-8EE3-64DE-F93F2FD04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84C84E66-6F2A-7E6B-3240-0AED808EB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D8CF212C-4C5E-DC82-924B-00BCC3839A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99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F31F6A5B-9534-7940-B8AE-0C920F07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474BE9C-6C7A-224E-B84B-B458B66342B0}"/>
              </a:ext>
            </a:extLst>
          </p:cNvPr>
          <p:cNvSpPr/>
          <p:nvPr userDrawn="1"/>
        </p:nvSpPr>
        <p:spPr>
          <a:xfrm>
            <a:off x="8502315" y="0"/>
            <a:ext cx="368968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3D3CAEF-0779-954D-B332-2B2F064CE8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327" y="788503"/>
            <a:ext cx="2839536" cy="4973657"/>
          </a:xfrm>
          <a:noFill/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Använd denna yta för exempelvis fakta eller citat. 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2A75A7BD-BD64-653F-F4A2-43256E0EA3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B15F3AE4-52D6-20F0-8FAE-7354E4FA1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EBB874F1-5EDC-5971-5DCB-760C33C26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ECB4B099-9A67-1E91-60D7-F3F3DA2A5D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84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F31F6A5B-9534-7940-B8AE-0C920F07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474BE9C-6C7A-224E-B84B-B458B66342B0}"/>
              </a:ext>
            </a:extLst>
          </p:cNvPr>
          <p:cNvSpPr/>
          <p:nvPr userDrawn="1"/>
        </p:nvSpPr>
        <p:spPr>
          <a:xfrm>
            <a:off x="8502315" y="0"/>
            <a:ext cx="368968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3D3CAEF-0779-954D-B332-2B2F064CE8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327" y="788503"/>
            <a:ext cx="2839536" cy="4973657"/>
          </a:xfrm>
          <a:noFill/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Använd denna yta för exempelvis fakta eller citat. 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2A75A7BD-BD64-653F-F4A2-43256E0EA3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84AD0DEB-3E49-7957-65DB-CFA2F38C2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C4C80A61-C24D-D0EF-75F1-2C0606815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A2A04A13-0FE2-1602-628A-68CECB49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80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F31F6A5B-9534-7940-B8AE-0C920F07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474BE9C-6C7A-224E-B84B-B458B66342B0}"/>
              </a:ext>
            </a:extLst>
          </p:cNvPr>
          <p:cNvSpPr/>
          <p:nvPr userDrawn="1"/>
        </p:nvSpPr>
        <p:spPr>
          <a:xfrm>
            <a:off x="8502315" y="0"/>
            <a:ext cx="368968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3D3CAEF-0779-954D-B332-2B2F064CE8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327" y="788503"/>
            <a:ext cx="2839536" cy="497365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Använd denna yta för exempelvis fakta eller citat. </a:t>
            </a:r>
          </a:p>
        </p:txBody>
      </p:sp>
      <p:pic>
        <p:nvPicPr>
          <p:cNvPr id="9" name="Bildobjekt 8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E740FBC4-80A6-353C-CDB1-217F349A1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B8DF255B-DF12-4018-5E39-290BB836C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63E77C29-EBC7-15D3-08C6-C573A8D9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0654F062-2565-CA9E-6832-1057A61A3F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07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F31F6A5B-9534-7940-B8AE-0C920F07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474BE9C-6C7A-224E-B84B-B458B66342B0}"/>
              </a:ext>
            </a:extLst>
          </p:cNvPr>
          <p:cNvSpPr/>
          <p:nvPr userDrawn="1"/>
        </p:nvSpPr>
        <p:spPr>
          <a:xfrm>
            <a:off x="8502315" y="0"/>
            <a:ext cx="368968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3D3CAEF-0779-954D-B332-2B2F064CE8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327" y="788503"/>
            <a:ext cx="2839536" cy="497365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Använd denna yta för exempelvis fakta eller citat. </a:t>
            </a:r>
          </a:p>
        </p:txBody>
      </p:sp>
      <p:pic>
        <p:nvPicPr>
          <p:cNvPr id="9" name="Bildobjekt 8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E740FBC4-80A6-353C-CDB1-217F349A1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CA99BC37-5C8A-4162-9799-7D13238A7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C2E850DB-FD06-906C-43EB-4DB323E4D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A50E3BF8-567A-2248-6205-B4D8150157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766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B0B7E257-D791-8144-AB21-A6A4E87D771A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BE327A4F-FDF3-314B-A8B8-A8760834A450}"/>
              </a:ext>
            </a:extLst>
          </p:cNvPr>
          <p:cNvCxnSpPr/>
          <p:nvPr userDrawn="1"/>
        </p:nvCxnSpPr>
        <p:spPr>
          <a:xfrm>
            <a:off x="3858768" y="2340864"/>
            <a:ext cx="0" cy="19019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385B12E5-2BBF-A898-66CA-40D066E000F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9057" y="2299715"/>
            <a:ext cx="6715379" cy="1943101"/>
          </a:xfrm>
        </p:spPr>
        <p:txBody>
          <a:bodyPr numCol="1"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då du har ett kortare textinnehåll. Det bör rymmas inom denna textruta. Dela gärna in i mindre stycken. </a:t>
            </a:r>
          </a:p>
          <a:p>
            <a:pPr lvl="0"/>
            <a:r>
              <a:rPr lang="sv-SE" dirty="0"/>
              <a:t>Rubriken läggs på 1-4 rader.</a:t>
            </a:r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89B3827B-C0EC-E196-4892-C19BABF16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10EB8FEC-8185-44C0-50E2-DCB5B6450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8406E4E-43B2-42A0-E785-549A2EC8C9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pic>
        <p:nvPicPr>
          <p:cNvPr id="3" name="Bildobjekt 2">
            <a:extLst>
              <a:ext uri="{FF2B5EF4-FFF2-40B4-BE49-F238E27FC236}">
                <a16:creationId xmlns:a16="http://schemas.microsoft.com/office/drawing/2014/main" id="{8AAEDB0A-D7F2-07E9-DDBF-F53180213C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31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B0B7E257-D791-8144-AB21-A6A4E87D771A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BE327A4F-FDF3-314B-A8B8-A8760834A450}"/>
              </a:ext>
            </a:extLst>
          </p:cNvPr>
          <p:cNvCxnSpPr/>
          <p:nvPr userDrawn="1"/>
        </p:nvCxnSpPr>
        <p:spPr>
          <a:xfrm>
            <a:off x="3858768" y="2340864"/>
            <a:ext cx="0" cy="19019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385B12E5-2BBF-A898-66CA-40D066E000F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9057" y="2299715"/>
            <a:ext cx="6715379" cy="1943101"/>
          </a:xfrm>
        </p:spPr>
        <p:txBody>
          <a:bodyPr numCol="1"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då du har ett kortare textinnehåll. Det bör rymmas inom denna textruta. Dela gärna in i mindre stycken. </a:t>
            </a:r>
          </a:p>
          <a:p>
            <a:pPr lvl="0"/>
            <a:r>
              <a:rPr lang="sv-SE" dirty="0"/>
              <a:t>Rubriken läggs på 1-4 rader.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714F665D-254E-A962-6EA9-7514A8D125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EFB705E2-CE30-2112-FB17-C0E2ACA62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FA8921F3-D29D-649E-EB9B-55103D281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FA2DBDE0-0363-CC72-8533-FD8AA2C4A7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713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B0B7E257-D791-8144-AB21-A6A4E87D771A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BE327A4F-FDF3-314B-A8B8-A8760834A450}"/>
              </a:ext>
            </a:extLst>
          </p:cNvPr>
          <p:cNvCxnSpPr/>
          <p:nvPr userDrawn="1"/>
        </p:nvCxnSpPr>
        <p:spPr>
          <a:xfrm>
            <a:off x="3858768" y="2340864"/>
            <a:ext cx="0" cy="190195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385B12E5-2BBF-A898-66CA-40D066E000F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9057" y="2299715"/>
            <a:ext cx="6715379" cy="1943101"/>
          </a:xfrm>
        </p:spPr>
        <p:txBody>
          <a:bodyPr numCol="1"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då du har ett kortare textinnehåll. Det bör rymmas inom denna textruta. Dela gärna in i mindre stycken. </a:t>
            </a:r>
          </a:p>
          <a:p>
            <a:pPr lvl="0"/>
            <a:r>
              <a:rPr lang="sv-SE" dirty="0"/>
              <a:t>Rubriken läggs på 1-4 rader.</a:t>
            </a:r>
          </a:p>
        </p:txBody>
      </p:sp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807E5007-84B9-A3AE-6AC1-54DCAF990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CDC45894-AD9C-F4DC-0970-BF6F6CD07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1407FC46-8C55-6BCF-E864-95816D241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66A7D9B5-6B8F-7F18-B1BE-86B4458520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340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B0B7E257-D791-8144-AB21-A6A4E87D771A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BE327A4F-FDF3-314B-A8B8-A8760834A450}"/>
              </a:ext>
            </a:extLst>
          </p:cNvPr>
          <p:cNvCxnSpPr/>
          <p:nvPr userDrawn="1"/>
        </p:nvCxnSpPr>
        <p:spPr>
          <a:xfrm>
            <a:off x="3858768" y="2340864"/>
            <a:ext cx="0" cy="190195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385B12E5-2BBF-A898-66CA-40D066E000F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9057" y="2299715"/>
            <a:ext cx="6715379" cy="1943101"/>
          </a:xfrm>
        </p:spPr>
        <p:txBody>
          <a:bodyPr numCol="1"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då du har ett kortare textinnehåll. Det bör rymmas inom denna textruta. Dela gärna in i mindre stycken. </a:t>
            </a:r>
          </a:p>
          <a:p>
            <a:pPr lvl="0"/>
            <a:r>
              <a:rPr lang="sv-SE" dirty="0"/>
              <a:t>Rubriken läggs på 1-4 rader.</a:t>
            </a:r>
          </a:p>
        </p:txBody>
      </p:sp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807E5007-84B9-A3AE-6AC1-54DCAF990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FDD7497A-BD02-E9D6-27EB-4B58D3E4D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BC1D6A2B-54AA-F4F0-AC62-3D08A5633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5A65CE32-3FF2-BFFB-4058-13FC642097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444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stort utry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0313" y="770793"/>
            <a:ext cx="2999232" cy="1579215"/>
          </a:xfrm>
          <a:prstGeom prst="rect">
            <a:avLst/>
          </a:prstGeom>
        </p:spPr>
        <p:txBody>
          <a:bodyPr anchor="t">
            <a:noAutofit/>
          </a:bodyPr>
          <a:lstStyle>
            <a:lvl1pPr algn="r">
              <a:lnSpc>
                <a:spcPts val="3600"/>
              </a:lnSpc>
              <a:defRPr sz="3000"/>
            </a:lvl1pPr>
          </a:lstStyle>
          <a:p>
            <a:r>
              <a:rPr lang="sv-SE" dirty="0"/>
              <a:t>Klicka här för att ändra rubrik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BE327A4F-FDF3-314B-A8B8-A8760834A450}"/>
              </a:ext>
            </a:extLst>
          </p:cNvPr>
          <p:cNvCxnSpPr>
            <a:cxnSpLocks/>
          </p:cNvCxnSpPr>
          <p:nvPr userDrawn="1"/>
        </p:nvCxnSpPr>
        <p:spPr>
          <a:xfrm>
            <a:off x="3410712" y="777240"/>
            <a:ext cx="0" cy="5305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303C71CD-4F28-1D85-ED2F-967B299E2B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11880" y="777240"/>
            <a:ext cx="7483749" cy="5305508"/>
          </a:xfrm>
        </p:spPr>
        <p:txBody>
          <a:bodyPr numCol="1" spcCol="360000" anchor="t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då du har lite mer innehåll. Ytan kan disponeras för text, illustrationer eller bilder.</a:t>
            </a:r>
          </a:p>
          <a:p>
            <a:pPr lvl="0"/>
            <a:r>
              <a:rPr lang="sv-SE" dirty="0"/>
              <a:t>Rubriken läggs på 1-4 rader. 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FE122B1D-6B86-CFC9-600D-8701C2482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07DA279E-B620-364E-9C1A-831A89586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838B684F-1AB1-E8B1-ECF4-1DC180F053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349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 + stort utry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0313" y="770793"/>
            <a:ext cx="2999232" cy="1579215"/>
          </a:xfrm>
          <a:prstGeom prst="rect">
            <a:avLst/>
          </a:prstGeom>
        </p:spPr>
        <p:txBody>
          <a:bodyPr anchor="t">
            <a:noAutofit/>
          </a:bodyPr>
          <a:lstStyle>
            <a:lvl1pPr algn="r">
              <a:lnSpc>
                <a:spcPts val="3600"/>
              </a:lnSpc>
              <a:defRPr sz="3000"/>
            </a:lvl1pPr>
          </a:lstStyle>
          <a:p>
            <a:r>
              <a:rPr lang="sv-SE" dirty="0"/>
              <a:t>Klicka här för att ändra rubrik</a:t>
            </a:r>
          </a:p>
        </p:txBody>
      </p:sp>
      <p:cxnSp>
        <p:nvCxnSpPr>
          <p:cNvPr id="11" name="Rak 10">
            <a:extLst>
              <a:ext uri="{FF2B5EF4-FFF2-40B4-BE49-F238E27FC236}">
                <a16:creationId xmlns:a16="http://schemas.microsoft.com/office/drawing/2014/main" id="{BE327A4F-FDF3-314B-A8B8-A8760834A450}"/>
              </a:ext>
            </a:extLst>
          </p:cNvPr>
          <p:cNvCxnSpPr>
            <a:cxnSpLocks/>
          </p:cNvCxnSpPr>
          <p:nvPr userDrawn="1"/>
        </p:nvCxnSpPr>
        <p:spPr>
          <a:xfrm>
            <a:off x="3410712" y="777240"/>
            <a:ext cx="0" cy="5305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303C71CD-4F28-1D85-ED2F-967B299E2B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11880" y="777240"/>
            <a:ext cx="7483749" cy="5305508"/>
          </a:xfrm>
        </p:spPr>
        <p:txBody>
          <a:bodyPr numCol="1" spcCol="360000" anchor="t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Använd denna layout då du har lite mer innehåll. Ytan kan disponeras för text, illustrationer eller bilder.</a:t>
            </a:r>
          </a:p>
          <a:p>
            <a:pPr lvl="0"/>
            <a:r>
              <a:rPr lang="sv-SE" dirty="0"/>
              <a:t>Rubriken läggs på 1-4 rader. 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43F192BB-39E1-8560-A165-B22DC4498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65FDA76D-0848-0C72-9487-4C0AA85A6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EDD9301E-DBDE-2F69-CD82-00806B6F47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54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al y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B5A63FF8-7320-474A-8B0D-9A073AC52074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46EB565-1D27-E94B-BC2A-42623958E2D8}"/>
              </a:ext>
            </a:extLst>
          </p:cNvPr>
          <p:cNvSpPr/>
          <p:nvPr userDrawn="1"/>
        </p:nvSpPr>
        <p:spPr>
          <a:xfrm>
            <a:off x="798164" y="736169"/>
            <a:ext cx="10608590" cy="5246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9A65E6-9F65-174A-BAAA-47AD45551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1" y="875655"/>
            <a:ext cx="3739895" cy="110859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600"/>
            </a:lvl1pPr>
          </a:lstStyle>
          <a:p>
            <a:r>
              <a:rPr lang="sv-SE" dirty="0"/>
              <a:t>Här finns plats för eventuell rubrik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F31F6A5B-9534-7940-B8AE-0C920F075E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5029199"/>
            <a:ext cx="5181599" cy="953147"/>
          </a:xfrm>
        </p:spPr>
        <p:txBody>
          <a:bodyPr anchor="t">
            <a:noAutofit/>
          </a:bodyPr>
          <a:lstStyle>
            <a:lvl1pPr marL="0" indent="0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marL="0" indent="0">
              <a:lnSpc>
                <a:spcPts val="2100"/>
              </a:lnSpc>
              <a:buFont typeface="Arial" panose="020B0604020202020204" pitchFamily="34" charset="0"/>
              <a:buNone/>
            </a:pPr>
            <a:r>
              <a:rPr lang="sv-SE" dirty="0"/>
              <a:t>Använd denna layout då du behöver maximal yta för texter, illustrationer och/eller bilder. Valfritt upplägg inom den vita rutan.</a:t>
            </a:r>
          </a:p>
        </p:txBody>
      </p:sp>
      <p:pic>
        <p:nvPicPr>
          <p:cNvPr id="9" name="Bildobjekt 8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383A6D22-00CE-AD7C-3129-2053B61357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AD253C12-14EC-8278-D4A8-F5C4D7DA9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9AD384E3-1236-D759-827E-B4C3E4D32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A66FFAF9-2135-76B7-1F13-8CC826CD27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188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0ACBAF0D-4365-9CCC-5C3E-6FA219BE0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B216CBCD-44CD-6911-9E93-24DD74C6E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EEE231D5-271E-A0CA-A2F4-24C538859C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83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91CFA644-1155-2FFA-0A02-85E80B3E3BC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5B47F0CC-12CA-828A-10E1-D1FEA65511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68D424F7-7415-C450-7E23-96FA97009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47DE6AD7-0309-97A4-312B-D8663C4F6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9144CADC-1637-C211-8E44-5797E748D9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359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91CFA644-1155-2FFA-0A02-85E80B3E3BC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5B47F0CC-12CA-828A-10E1-D1FEA65511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350BB202-21DC-0AE4-5E37-CBB736627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51287F19-19FE-831F-5A7A-F61D03D07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8C43BE2E-00EC-C348-91A9-4ECF642AA8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150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91CFA644-1155-2FFA-0A02-85E80B3E3BC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pic>
        <p:nvPicPr>
          <p:cNvPr id="2" name="Bildobjekt 1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50589EFD-2526-C597-6F0D-A0ABC24EB9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63E5574-AA45-183B-414F-52AEF1381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2E31EBF8-D8FB-AD79-5FA9-483F40A3E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F639B9A9-E07B-174F-6538-FC131769B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45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91CFA644-1155-2FFA-0A02-85E80B3E3BC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6928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pic>
        <p:nvPicPr>
          <p:cNvPr id="4" name="Bildobjekt 3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4B9CA449-7486-752E-989E-0E044E36B7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EB3EBCFC-7DC8-8F44-BFD5-DE24D9F86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69E66E49-38C5-45E6-7972-08372D98B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D0E79A66-632A-B7AF-1567-21A235286B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77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140E8017-D8AD-6B7E-1A90-B2BA0E9BF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595B5D2-F870-9A30-4667-C7FDBED08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362C7811-FAE0-4C39-D8F6-84EEAB36A1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600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FB193E1-5C65-40CE-7093-198DCFFCEC0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/>
              </a:solidFill>
            </a:endParaRP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rgbClr val="E4F1F8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52159DCE-DEE1-69CD-E77E-6E21871D0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3610C0CB-08AA-01E9-345F-2C82D745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96869788-2636-4B34-C3AC-87AC9AEB20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280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FB193E1-5C65-40CE-7093-198DCFFCEC0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/>
              </a:solidFill>
            </a:endParaRP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rgbClr val="E4F1F8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1D68ACAE-6046-22FE-92C8-FC23C7F16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96C4BEC6-7515-279E-E9F1-925B6D446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C97D88CB-AB52-690E-698C-48394373C8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170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FB193E1-5C65-40CE-7093-198DCFFCEC0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904BA5AA-78B1-DB02-CAB0-177012E48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C90D5AE4-78A9-23FB-30B6-0762A0283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ED1C749E-425A-9CD2-C9EC-11097CFD8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480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FB193E1-5C65-40CE-7093-198DCFFCEC0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9" name="Platshållare för text 9">
            <a:extLst>
              <a:ext uri="{FF2B5EF4-FFF2-40B4-BE49-F238E27FC236}">
                <a16:creationId xmlns:a16="http://schemas.microsoft.com/office/drawing/2014/main" id="{C3A74346-AE40-CC40-9BED-E7CE7D92E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1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att placera en eller flera bilder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AF2A66C3-2533-851C-EE98-360FE4771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9C67F065-BD01-C94B-ED28-F404BCF20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D31BE425-F021-6A50-B07E-98D03F0D61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84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45456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/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45A7B39A-CE05-3DF3-AB72-A9B57471F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1E69774C-B685-20B0-EA92-811CB20D9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DFC30D4C-AC03-9B4D-2720-5A28FD6206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3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D51427C-6690-218E-1872-64256FC7137F}"/>
              </a:ext>
            </a:extLst>
          </p:cNvPr>
          <p:cNvSpPr/>
          <p:nvPr userDrawn="1"/>
        </p:nvSpPr>
        <p:spPr>
          <a:xfrm>
            <a:off x="4445456" y="0"/>
            <a:ext cx="77465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819FDCD-E2E1-94A9-3D95-19B77B40DB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45456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B36C0BCF-2338-B874-C734-35BB0CF92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4B0B902D-F793-DADD-529E-8C6600F6B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6CE6DC4-BCB8-E0DF-F9B6-613A831752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676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D51427C-6690-218E-1872-64256FC7137F}"/>
              </a:ext>
            </a:extLst>
          </p:cNvPr>
          <p:cNvSpPr/>
          <p:nvPr userDrawn="1"/>
        </p:nvSpPr>
        <p:spPr>
          <a:xfrm>
            <a:off x="4445456" y="0"/>
            <a:ext cx="774654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819FDCD-E2E1-94A9-3D95-19B77B40DB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45456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5267ED00-A6A9-BD7B-C841-257FE4FDF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6CD3C9E7-BCF9-0973-5CE6-91F25CFD9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B4E1F3D2-BFD1-348D-8B59-E32E591D93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676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D51427C-6690-218E-1872-64256FC7137F}"/>
              </a:ext>
            </a:extLst>
          </p:cNvPr>
          <p:cNvSpPr/>
          <p:nvPr userDrawn="1"/>
        </p:nvSpPr>
        <p:spPr>
          <a:xfrm>
            <a:off x="4445456" y="0"/>
            <a:ext cx="77465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45456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pic>
        <p:nvPicPr>
          <p:cNvPr id="5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7247D37-2620-A278-1764-8718525D7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2DD62CF-7F48-1FB1-04ED-E716D8CF6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9F50D65E-E59D-CF32-C379-930FB7F9C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74125D65-B0C8-6322-357A-577E54F015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878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D51427C-6690-218E-1872-64256FC7137F}"/>
              </a:ext>
            </a:extLst>
          </p:cNvPr>
          <p:cNvSpPr/>
          <p:nvPr userDrawn="1"/>
        </p:nvSpPr>
        <p:spPr>
          <a:xfrm>
            <a:off x="4445456" y="0"/>
            <a:ext cx="774654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45456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pic>
        <p:nvPicPr>
          <p:cNvPr id="5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7247D37-2620-A278-1764-8718525D7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6D6A82E-199A-F7C4-A230-47F882BFD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DA636FE0-C14F-7635-169A-3FE82E836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1FE4AC8-BEE5-BA8A-B527-FDA6593683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318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46544" y="0"/>
            <a:ext cx="4445456" cy="6858000"/>
          </a:xfrm>
          <a:noFill/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/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3708FFD7-725A-9246-3A46-37CE47D2B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B249D1BA-77ED-DD4E-001C-C7AB9AAC3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5C8E21ED-BF60-353C-39C4-BE1988A84D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479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D2F004CB-944A-C118-47ED-FE0C32CFB788}"/>
              </a:ext>
            </a:extLst>
          </p:cNvPr>
          <p:cNvSpPr/>
          <p:nvPr userDrawn="1"/>
        </p:nvSpPr>
        <p:spPr>
          <a:xfrm>
            <a:off x="0" y="0"/>
            <a:ext cx="77465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/>
              </a:solidFill>
            </a:endParaRP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D28A4EC5-AB87-89D0-6288-96CCC05A8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15D82B26-DFDF-9946-9D5E-599A3D413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7A4CF68B-7BD1-4AFA-AB48-9E5DDC3AC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109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D2F004CB-944A-C118-47ED-FE0C32CFB788}"/>
              </a:ext>
            </a:extLst>
          </p:cNvPr>
          <p:cNvSpPr/>
          <p:nvPr userDrawn="1"/>
        </p:nvSpPr>
        <p:spPr>
          <a:xfrm>
            <a:off x="0" y="0"/>
            <a:ext cx="774654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/>
              </a:solidFill>
            </a:endParaRP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0A01CA37-97B6-C22C-3B16-671D1B1C9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3DD734FD-D9DB-4C69-97B3-5FA10ED48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ADC2CB66-4A2B-E15D-9910-67FBFC0C4E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171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D2F004CB-944A-C118-47ED-FE0C32CFB788}"/>
              </a:ext>
            </a:extLst>
          </p:cNvPr>
          <p:cNvSpPr/>
          <p:nvPr userDrawn="1"/>
        </p:nvSpPr>
        <p:spPr>
          <a:xfrm>
            <a:off x="0" y="0"/>
            <a:ext cx="774654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/>
              </a:solidFill>
            </a:endParaRP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0BC1B11E-BDD7-5975-DDDD-FDB916CB7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F5810FB2-DF26-849D-E9D3-866765EA0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85B831E-65B3-F4A2-679B-838F86672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751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D2F004CB-944A-C118-47ED-FE0C32CFB788}"/>
              </a:ext>
            </a:extLst>
          </p:cNvPr>
          <p:cNvSpPr/>
          <p:nvPr userDrawn="1"/>
        </p:nvSpPr>
        <p:spPr>
          <a:xfrm>
            <a:off x="0" y="0"/>
            <a:ext cx="77465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/>
              </a:solidFill>
            </a:endParaRP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102E8DF6-910E-7F4A-9A3B-72ACCCBF2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A7C9565-218B-3E45-9165-30E71D9B3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Plats för bild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71B5645-118A-8C4F-B21D-773A6A8DB8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sv-SE" dirty="0"/>
              <a:t>Klicka här för att lägga till text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629FF9DD-7FBD-1125-D8D9-BA1DC458D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A2924F12-01B4-83B9-43C4-67B5EF18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57BD267F-B8D1-2941-E0FE-643902254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95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m med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5415F153-5CF4-1E44-0EC4-A83F388ADD9A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5A167D-4062-764A-99D1-0515AA4F89C3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C7B1BF28-2C1D-7E4D-BF88-C48F77BB8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5600" y="457406"/>
            <a:ext cx="9109264" cy="5128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Plats för eventuell rubrik</a:t>
            </a:r>
          </a:p>
        </p:txBody>
      </p:sp>
      <p:sp>
        <p:nvSpPr>
          <p:cNvPr id="3" name="Platshållare för media 2">
            <a:extLst>
              <a:ext uri="{FF2B5EF4-FFF2-40B4-BE49-F238E27FC236}">
                <a16:creationId xmlns:a16="http://schemas.microsoft.com/office/drawing/2014/main" id="{3AEE24D0-7E70-9842-BD18-4648812A105C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1724939" y="970279"/>
            <a:ext cx="8742122" cy="491744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Plats för film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2757D011-A619-677B-0998-3AF0FDBB60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93768" y="6029347"/>
            <a:ext cx="914546" cy="552042"/>
          </a:xfrm>
          <a:prstGeom prst="rect">
            <a:avLst/>
          </a:prstGeom>
        </p:spPr>
      </p:pic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90CAC8EC-4202-E4C2-2C82-40226E91B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227E4362-B0F7-E7A7-51B3-658D3209E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3F2050C4-ACED-B391-BEED-5076D760BD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19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fallande bild + textbox till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38357790-B0C3-8B4A-90BC-F70061FC428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 b="1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 dirty="0"/>
              <a:t>Plats för utfallande bild. Markera denna bildruta &gt; Välj Infoga i menyn &gt; Bild /Bild från fil</a:t>
            </a:r>
          </a:p>
        </p:txBody>
      </p:sp>
      <p:sp>
        <p:nvSpPr>
          <p:cNvPr id="13" name="Platshållare för text 3">
            <a:extLst>
              <a:ext uri="{FF2B5EF4-FFF2-40B4-BE49-F238E27FC236}">
                <a16:creationId xmlns:a16="http://schemas.microsoft.com/office/drawing/2014/main" id="{6A5C5D23-9069-8448-9230-FAE8D0F75AE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91897" y="2069023"/>
            <a:ext cx="6588125" cy="3693137"/>
          </a:xfrm>
          <a:solidFill>
            <a:schemeClr val="bg1">
              <a:alpha val="90000"/>
            </a:schemeClr>
          </a:solidFill>
        </p:spPr>
        <p:txBody>
          <a:bodyPr lIns="432000" tIns="46800" rIns="432000" bIns="432000"/>
          <a:lstStyle>
            <a:lvl1pPr marL="0" marR="0" indent="0" algn="l" defTabSz="914400" rtl="0" eaLnBrk="1" fontAlgn="auto" latinLnBrk="0" hangingPunct="1">
              <a:lnSpc>
                <a:spcPts val="25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här för att lägga till text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1B803FC9-89D0-614B-AEFD-2E0FB008E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898" y="1085654"/>
            <a:ext cx="6588124" cy="98336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468000" tIns="396000" rIns="360000" bIns="46800" anchor="t"/>
          <a:lstStyle>
            <a:lvl1pPr>
              <a:defRPr sz="3200"/>
            </a:lvl1pPr>
          </a:lstStyle>
          <a:p>
            <a:r>
              <a:rPr lang="sv-SE" dirty="0"/>
              <a:t>Ange kort rubrik här</a:t>
            </a:r>
          </a:p>
        </p:txBody>
      </p:sp>
      <p:pic>
        <p:nvPicPr>
          <p:cNvPr id="2" name="Bildobjekt 1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A1A2A2BF-3155-210E-ED57-560A7C1864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6C4A64D8-E372-CF15-B229-94933716F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F6D6FF2A-CBCE-43DE-337A-684954613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A46A102B-3325-E462-E7B4-2F355D7659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250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fallande bild + textbox till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38357790-B0C3-8B4A-90BC-F70061FC428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 dirty="0"/>
              <a:t>Plats för utfallande bild. Markera denna bildruta &gt; Välj Infoga i menyn &gt; Bild /Bild från fil</a:t>
            </a:r>
          </a:p>
        </p:txBody>
      </p:sp>
      <p:sp>
        <p:nvSpPr>
          <p:cNvPr id="11" name="Platshållare för text 3">
            <a:extLst>
              <a:ext uri="{FF2B5EF4-FFF2-40B4-BE49-F238E27FC236}">
                <a16:creationId xmlns:a16="http://schemas.microsoft.com/office/drawing/2014/main" id="{F9093E01-A42C-2546-9484-C9B3D560212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813563" y="2069023"/>
            <a:ext cx="6588125" cy="3693137"/>
          </a:xfrm>
          <a:solidFill>
            <a:schemeClr val="bg1">
              <a:alpha val="90000"/>
            </a:schemeClr>
          </a:solidFill>
        </p:spPr>
        <p:txBody>
          <a:bodyPr lIns="432000" tIns="46800" rIns="432000" bIns="432000"/>
          <a:lstStyle>
            <a:lvl1pPr marL="0" marR="0" indent="0" algn="l" defTabSz="914400" rtl="0" eaLnBrk="1" fontAlgn="auto" latinLnBrk="0" hangingPunct="1">
              <a:lnSpc>
                <a:spcPts val="25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här för att lägga till text</a:t>
            </a:r>
          </a:p>
        </p:txBody>
      </p:sp>
      <p:sp>
        <p:nvSpPr>
          <p:cNvPr id="12" name="Rubrik 4">
            <a:extLst>
              <a:ext uri="{FF2B5EF4-FFF2-40B4-BE49-F238E27FC236}">
                <a16:creationId xmlns:a16="http://schemas.microsoft.com/office/drawing/2014/main" id="{1F2B703C-4ED8-A846-8640-1BE6DE8D3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3563" y="1085654"/>
            <a:ext cx="6588124" cy="98336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468000" tIns="396000" rIns="360000" bIns="46800" anchor="t"/>
          <a:lstStyle>
            <a:lvl1pPr>
              <a:defRPr sz="3200"/>
            </a:lvl1pPr>
          </a:lstStyle>
          <a:p>
            <a:r>
              <a:rPr lang="sv-SE" dirty="0"/>
              <a:t>Ange kort rubrik här</a:t>
            </a:r>
          </a:p>
        </p:txBody>
      </p:sp>
      <p:pic>
        <p:nvPicPr>
          <p:cNvPr id="2" name="Bildobjekt 1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886595F1-A260-D0FD-CCF1-B4121A2D0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E5FFE3A1-9B39-AE88-9C86-B5EB18CCC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F6D0D39E-C3CF-F3D1-A408-2033F1169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E503B44-8C8F-0DA5-34ED-59090BA5E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8965" y="6434678"/>
            <a:ext cx="1441404" cy="10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76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2B8582D-0DBD-934B-B7C1-CB3975734316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b="0" i="0" dirty="0">
              <a:latin typeface="Arial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4D9737F-E285-1D6F-4D89-397BB802F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191631"/>
            <a:ext cx="12192000" cy="1642138"/>
          </a:xfrm>
        </p:spPr>
        <p:txBody>
          <a:bodyPr>
            <a:normAutofit lnSpcReduction="10000"/>
          </a:bodyPr>
          <a:lstStyle>
            <a:lvl1pPr marL="0" indent="0">
              <a:lnSpc>
                <a:spcPct val="11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to edit Master text styles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D16C14DB-44CB-6639-C617-8BEA05FA3F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03276" y="4678316"/>
            <a:ext cx="1985448" cy="1198466"/>
          </a:xfrm>
          <a:prstGeom prst="rect">
            <a:avLst/>
          </a:prstGeom>
        </p:spPr>
      </p:pic>
      <p:pic>
        <p:nvPicPr>
          <p:cNvPr id="2" name="Bildobjekt 1">
            <a:extLst>
              <a:ext uri="{FF2B5EF4-FFF2-40B4-BE49-F238E27FC236}">
                <a16:creationId xmlns:a16="http://schemas.microsoft.com/office/drawing/2014/main" id="{B758C1DD-4ACE-5874-2733-043482305A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964"/>
                    </a14:imgEffect>
                    <a14:imgEffect>
                      <a14:saturation sat="132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19700" y="6032606"/>
            <a:ext cx="1752600" cy="12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543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4229841-2001-4C40-641D-CF47D908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40EF5B7-E428-9168-251B-90C87EDAE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C47FEB-F1E9-368D-7454-A6CCD886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0441-DFCB-B048-A285-D10F8FB077A9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B92FEDC-7F58-FAC0-02BA-5B27D0E4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E3476BB-CA90-8804-3EA4-31FC3B48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7F8C-567A-754C-B635-E3F694803F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20268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4FBAA5E-5AE7-D847-8893-018320F2E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145777"/>
            <a:ext cx="10515600" cy="2460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22092422-6FF5-D84B-A63A-40066B776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251" y="6045758"/>
            <a:ext cx="2461228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1E2A51A8-D5FA-8A4D-BCA4-89F5F0061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51" y="6179004"/>
            <a:ext cx="519941" cy="168759"/>
          </a:xfrm>
          <a:prstGeom prst="rect">
            <a:avLst/>
          </a:prstGeom>
        </p:spPr>
        <p:txBody>
          <a:bodyPr/>
          <a:lstStyle>
            <a:lvl1pPr algn="l">
              <a:defRPr sz="70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5E58F947-193A-8A47-BB37-3D778A6EE5C1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5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4DA5C931-585A-0CD5-25D7-BFB6AF8DD9DD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0993768" y="6029347"/>
            <a:ext cx="914546" cy="552043"/>
          </a:xfrm>
          <a:prstGeom prst="rect">
            <a:avLst/>
          </a:prstGeom>
        </p:spPr>
      </p:pic>
      <p:sp>
        <p:nvSpPr>
          <p:cNvPr id="4" name="Platshållare för rubrik 3">
            <a:extLst>
              <a:ext uri="{FF2B5EF4-FFF2-40B4-BE49-F238E27FC236}">
                <a16:creationId xmlns:a16="http://schemas.microsoft.com/office/drawing/2014/main" id="{6C0F44F8-38D8-1DDE-F58E-C8E9BEBA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4288446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3" r:id="rId2"/>
    <p:sldLayoutId id="2147483651" r:id="rId3"/>
    <p:sldLayoutId id="2147483696" r:id="rId4"/>
    <p:sldLayoutId id="2147483676" r:id="rId5"/>
    <p:sldLayoutId id="2147483697" r:id="rId6"/>
    <p:sldLayoutId id="2147483659" r:id="rId7"/>
    <p:sldLayoutId id="2147483656" r:id="rId8"/>
    <p:sldLayoutId id="2147483678" r:id="rId9"/>
    <p:sldLayoutId id="2147483679" r:id="rId10"/>
    <p:sldLayoutId id="2147483650" r:id="rId11"/>
    <p:sldLayoutId id="2147483677" r:id="rId12"/>
    <p:sldLayoutId id="2147483654" r:id="rId13"/>
    <p:sldLayoutId id="2147483699" r:id="rId14"/>
    <p:sldLayoutId id="2147483701" r:id="rId15"/>
    <p:sldLayoutId id="2147483660" r:id="rId16"/>
    <p:sldLayoutId id="2147483700" r:id="rId17"/>
    <p:sldLayoutId id="2147483664" r:id="rId18"/>
    <p:sldLayoutId id="2147483684" r:id="rId19"/>
    <p:sldLayoutId id="2147483682" r:id="rId20"/>
    <p:sldLayoutId id="2147483685" r:id="rId21"/>
    <p:sldLayoutId id="2147483665" r:id="rId22"/>
    <p:sldLayoutId id="2147483698" r:id="rId23"/>
    <p:sldLayoutId id="2147483666" r:id="rId24"/>
    <p:sldLayoutId id="2147483686" r:id="rId25"/>
    <p:sldLayoutId id="2147483670" r:id="rId26"/>
    <p:sldLayoutId id="2147483680" r:id="rId27"/>
    <p:sldLayoutId id="2147483674" r:id="rId28"/>
    <p:sldLayoutId id="2147483672" r:id="rId29"/>
    <p:sldLayoutId id="2147483687" r:id="rId30"/>
    <p:sldLayoutId id="2147483681" r:id="rId31"/>
    <p:sldLayoutId id="2147483675" r:id="rId32"/>
    <p:sldLayoutId id="2147483673" r:id="rId33"/>
    <p:sldLayoutId id="2147483671" r:id="rId34"/>
    <p:sldLayoutId id="2147483658" r:id="rId35"/>
    <p:sldLayoutId id="2147483688" r:id="rId36"/>
    <p:sldLayoutId id="2147483689" r:id="rId37"/>
    <p:sldLayoutId id="2147483690" r:id="rId38"/>
    <p:sldLayoutId id="2147483691" r:id="rId39"/>
    <p:sldLayoutId id="2147483692" r:id="rId40"/>
    <p:sldLayoutId id="2147483668" r:id="rId41"/>
    <p:sldLayoutId id="2147483693" r:id="rId42"/>
    <p:sldLayoutId id="2147483695" r:id="rId43"/>
    <p:sldLayoutId id="2147483694" r:id="rId44"/>
    <p:sldLayoutId id="2147483663" r:id="rId45"/>
    <p:sldLayoutId id="2147483657" r:id="rId46"/>
    <p:sldLayoutId id="2147483669" r:id="rId47"/>
    <p:sldLayoutId id="2147483661" r:id="rId48"/>
    <p:sldLayoutId id="2147483704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500"/>
        </a:lnSpc>
        <a:spcBef>
          <a:spcPts val="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500"/>
        </a:lnSpc>
        <a:spcBef>
          <a:spcPts val="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500"/>
        </a:lnSpc>
        <a:spcBef>
          <a:spcPts val="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500"/>
        </a:lnSpc>
        <a:spcBef>
          <a:spcPts val="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500"/>
        </a:lnSpc>
        <a:spcBef>
          <a:spcPts val="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99E8-E86B-0A68-2857-97633270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AC4558-3650-FB69-C9E9-69BD05421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8229600" cy="4525963"/>
          </a:xfrm>
        </p:spPr>
        <p:txBody>
          <a:bodyPr/>
          <a:lstStyle/>
          <a:p>
            <a:pPr>
              <a:defRPr sz="2000"/>
            </a:pPr>
            <a:r>
              <a:rPr dirty="0"/>
              <a:t>Keep slides simple and visual</a:t>
            </a:r>
          </a:p>
          <a:p>
            <a:pPr>
              <a:defRPr sz="2000"/>
            </a:pPr>
            <a:r>
              <a:rPr dirty="0"/>
              <a:t>Explain WHY steps were performed</a:t>
            </a:r>
          </a:p>
          <a:p>
            <a:pPr>
              <a:defRPr sz="2000"/>
            </a:pPr>
            <a:r>
              <a:rPr dirty="0"/>
              <a:t>Focus on understanding, not complexity</a:t>
            </a:r>
          </a:p>
          <a:p>
            <a:pPr>
              <a:defRPr sz="2000"/>
            </a:pPr>
            <a:r>
              <a:rPr dirty="0"/>
              <a:t>Use readable figures and plots</a:t>
            </a:r>
          </a:p>
          <a:p>
            <a:pPr>
              <a:defRPr sz="2000"/>
            </a:pPr>
            <a:r>
              <a:rPr dirty="0"/>
              <a:t>Be prepared to answer questions</a:t>
            </a:r>
            <a:endParaRPr lang="sv-SE" dirty="0"/>
          </a:p>
          <a:p>
            <a:pPr>
              <a:defRPr sz="2000"/>
            </a:pPr>
            <a:endParaRPr lang="sv-SE" dirty="0"/>
          </a:p>
          <a:p>
            <a:pPr>
              <a:defRPr sz="2000"/>
            </a:pPr>
            <a:r>
              <a:rPr lang="sv-SE" dirty="0"/>
              <a:t>If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slide</a:t>
            </a:r>
            <a:r>
              <a:rPr lang="sv-SE" dirty="0"/>
              <a:t> </a:t>
            </a:r>
            <a:r>
              <a:rPr lang="sv-SE" dirty="0" err="1"/>
              <a:t>content</a:t>
            </a:r>
            <a:r>
              <a:rPr lang="sv-SE" dirty="0"/>
              <a:t> is not </a:t>
            </a:r>
            <a:r>
              <a:rPr lang="sv-SE" dirty="0" err="1"/>
              <a:t>performed</a:t>
            </a:r>
            <a:r>
              <a:rPr lang="sv-SE" dirty="0"/>
              <a:t> in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 and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not </a:t>
            </a:r>
            <a:r>
              <a:rPr lang="sv-SE" dirty="0" err="1"/>
              <a:t>inlcude</a:t>
            </a:r>
            <a:r>
              <a:rPr lang="sv-SE" dirty="0"/>
              <a:t>, </a:t>
            </a:r>
            <a:r>
              <a:rPr lang="sv-SE" dirty="0" err="1"/>
              <a:t>please</a:t>
            </a:r>
            <a:r>
              <a:rPr lang="sv-SE" dirty="0"/>
              <a:t> </a:t>
            </a:r>
            <a:r>
              <a:rPr lang="sv-SE" dirty="0" err="1"/>
              <a:t>explain</a:t>
            </a:r>
            <a:r>
              <a:rPr lang="sv-SE" dirty="0"/>
              <a:t>/</a:t>
            </a:r>
            <a:r>
              <a:rPr lang="sv-SE" dirty="0" err="1"/>
              <a:t>justify</a:t>
            </a:r>
            <a:r>
              <a:rPr lang="sv-SE" dirty="0"/>
              <a:t>, </a:t>
            </a:r>
            <a:r>
              <a:rPr lang="sv-SE" dirty="0" err="1"/>
              <a:t>why</a:t>
            </a:r>
            <a:r>
              <a:rPr lang="sv-SE" dirty="0"/>
              <a:t>?</a:t>
            </a:r>
          </a:p>
          <a:p>
            <a:pPr>
              <a:defRPr sz="2000"/>
            </a:pPr>
            <a:endParaRPr lang="sv-SE" dirty="0"/>
          </a:p>
          <a:p>
            <a:pPr>
              <a:defRPr sz="2000"/>
            </a:pPr>
            <a:r>
              <a:rPr lang="sv-SE" dirty="0">
                <a:solidFill>
                  <a:srgbClr val="EE0000"/>
                </a:solidFill>
              </a:rPr>
              <a:t>Note: </a:t>
            </a:r>
            <a:r>
              <a:rPr lang="sv-SE" dirty="0" err="1">
                <a:solidFill>
                  <a:srgbClr val="EE0000"/>
                </a:solidFill>
              </a:rPr>
              <a:t>this</a:t>
            </a:r>
            <a:r>
              <a:rPr lang="sv-SE" dirty="0">
                <a:solidFill>
                  <a:srgbClr val="EE0000"/>
                </a:solidFill>
              </a:rPr>
              <a:t> </a:t>
            </a:r>
            <a:r>
              <a:rPr lang="sv-SE" dirty="0" err="1">
                <a:solidFill>
                  <a:srgbClr val="EE0000"/>
                </a:solidFill>
              </a:rPr>
              <a:t>slide</a:t>
            </a:r>
            <a:r>
              <a:rPr lang="sv-SE" dirty="0">
                <a:solidFill>
                  <a:srgbClr val="EE0000"/>
                </a:solidFill>
              </a:rPr>
              <a:t> is </a:t>
            </a:r>
            <a:r>
              <a:rPr lang="sv-SE" dirty="0" err="1">
                <a:solidFill>
                  <a:srgbClr val="EE0000"/>
                </a:solidFill>
              </a:rPr>
              <a:t>hidden</a:t>
            </a:r>
            <a:r>
              <a:rPr lang="sv-SE" dirty="0">
                <a:solidFill>
                  <a:srgbClr val="EE0000"/>
                </a:solidFill>
              </a:rPr>
              <a:t>, </a:t>
            </a:r>
            <a:r>
              <a:rPr lang="sv-SE" dirty="0" err="1">
                <a:solidFill>
                  <a:srgbClr val="EE0000"/>
                </a:solidFill>
              </a:rPr>
              <a:t>please</a:t>
            </a:r>
            <a:r>
              <a:rPr lang="sv-SE" dirty="0">
                <a:solidFill>
                  <a:srgbClr val="EE0000"/>
                </a:solidFill>
              </a:rPr>
              <a:t> </a:t>
            </a:r>
            <a:r>
              <a:rPr lang="sv-SE" dirty="0" err="1">
                <a:solidFill>
                  <a:srgbClr val="EE0000"/>
                </a:solidFill>
              </a:rPr>
              <a:t>keep</a:t>
            </a:r>
            <a:r>
              <a:rPr lang="sv-SE" dirty="0">
                <a:solidFill>
                  <a:srgbClr val="EE0000"/>
                </a:solidFill>
              </a:rPr>
              <a:t> it as it is and do not present </a:t>
            </a:r>
            <a:r>
              <a:rPr lang="sv-SE" dirty="0" err="1">
                <a:solidFill>
                  <a:srgbClr val="EE0000"/>
                </a:solidFill>
              </a:rPr>
              <a:t>this</a:t>
            </a:r>
            <a:r>
              <a:rPr lang="sv-SE" dirty="0">
                <a:solidFill>
                  <a:srgbClr val="EE0000"/>
                </a:solidFill>
              </a:rPr>
              <a:t> </a:t>
            </a:r>
            <a:r>
              <a:rPr lang="sv-SE" dirty="0" err="1">
                <a:solidFill>
                  <a:srgbClr val="EE0000"/>
                </a:solidFill>
              </a:rPr>
              <a:t>slide</a:t>
            </a:r>
            <a:r>
              <a:rPr lang="sv-SE" dirty="0">
                <a:solidFill>
                  <a:srgbClr val="EE0000"/>
                </a:solidFill>
              </a:rPr>
              <a:t>.</a:t>
            </a:r>
            <a:endParaRPr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93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2B0704-025B-5246-7F26-0B8982C511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3037608" y="181276"/>
            <a:ext cx="6116783" cy="4077855"/>
          </a:xfrm>
          <a:prstGeom prst="rect">
            <a:avLst/>
          </a:prstGeom>
        </p:spPr>
      </p:pic>
      <p:sp>
        <p:nvSpPr>
          <p:cNvPr id="3" name="Rubrik 2">
            <a:extLst>
              <a:ext uri="{FF2B5EF4-FFF2-40B4-BE49-F238E27FC236}">
                <a16:creationId xmlns:a16="http://schemas.microsoft.com/office/drawing/2014/main" id="{6D4AC31A-C50C-4E92-3079-05626690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971" y="2611306"/>
            <a:ext cx="6854056" cy="1157997"/>
          </a:xfrm>
        </p:spPr>
        <p:txBody>
          <a:bodyPr wrap="square">
            <a:normAutofit/>
          </a:bodyPr>
          <a:lstStyle/>
          <a:p>
            <a:pPr>
              <a:defRPr sz="3000" b="1">
                <a:solidFill>
                  <a:srgbClr val="00233C"/>
                </a:solidFill>
                <a:latin typeface="Arial"/>
              </a:defRPr>
            </a:pPr>
            <a:r>
              <a:t>Predicting Vehicle Fuel Efficiency (MPG)</a:t>
            </a:r>
          </a:p>
        </p:txBody>
      </p:sp>
      <p:sp>
        <p:nvSpPr>
          <p:cNvPr id="5" name="Underrubrik 1">
            <a:extLst>
              <a:ext uri="{FF2B5EF4-FFF2-40B4-BE49-F238E27FC236}">
                <a16:creationId xmlns:a16="http://schemas.microsoft.com/office/drawing/2014/main" id="{E67AA562-5739-2E8A-7086-FB42C133F078}"/>
              </a:ext>
            </a:extLst>
          </p:cNvPr>
          <p:cNvSpPr txBox="1">
            <a:spLocks/>
          </p:cNvSpPr>
          <p:nvPr/>
        </p:nvSpPr>
        <p:spPr>
          <a:xfrm>
            <a:off x="3037608" y="3835670"/>
            <a:ext cx="6183448" cy="846922"/>
          </a:xfrm>
          <a:prstGeom prst="rect">
            <a:avLst/>
          </a:prstGeom>
        </p:spPr>
        <p:txBody>
          <a:bodyPr vert="horz" lIns="91440" tIns="45720" rIns="91440" bIns="45720" rtlCol="0" wrap="square">
            <a:noAutofit/>
          </a:bodyPr>
          <a:lstStyle>
            <a:lvl1pPr marL="0" indent="0" algn="ctr" defTabSz="914400" rtl="0" eaLnBrk="1" latinLnBrk="0" hangingPunct="1">
              <a:lnSpc>
                <a:spcPts val="24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0">
                <a:solidFill>
                  <a:srgbClr val="00233C"/>
                </a:solidFill>
                <a:latin typeface="Arial"/>
              </a:defRPr>
            </a:pPr>
            <a:r>
              <a:t>Students group No: [Group number]</a:t>
            </a:r>
          </a:p>
          <a:p>
            <a:pPr>
              <a:defRPr sz="1800" b="0">
                <a:solidFill>
                  <a:srgbClr val="00233C"/>
                </a:solidFill>
                <a:latin typeface="Arial"/>
              </a:defRPr>
            </a:pPr>
            <a:r>
              <a:t>Mahdi Mosavi &amp; [Partner name]</a:t>
            </a:r>
          </a:p>
          <a:p>
            <a:pPr>
              <a:defRPr sz="1800" b="0">
                <a:solidFill>
                  <a:srgbClr val="00233C"/>
                </a:solidFill>
                <a:latin typeface="Arial"/>
              </a:defRPr>
            </a:pPr>
            <a:r>
              <a:t>TAM400 – Introduction to Applied AI &amp; ML</a:t>
            </a:r>
          </a:p>
        </p:txBody>
      </p:sp>
      <p:sp>
        <p:nvSpPr>
          <p:cNvPr id="8" name="textruta 9">
            <a:extLst>
              <a:ext uri="{FF2B5EF4-FFF2-40B4-BE49-F238E27FC236}">
                <a16:creationId xmlns:a16="http://schemas.microsoft.com/office/drawing/2014/main" id="{5F64E48B-3CB0-6153-709A-584C801E86DE}"/>
              </a:ext>
            </a:extLst>
          </p:cNvPr>
          <p:cNvSpPr txBox="1"/>
          <p:nvPr/>
        </p:nvSpPr>
        <p:spPr>
          <a:xfrm>
            <a:off x="10732566" y="6607651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233C"/>
                </a:solidFill>
                <a:latin typeface="Arial"/>
              </a:defRPr>
            </a:pPr>
            <a: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246956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BAD6-9482-1C2E-73CF-44B29369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63B33F85-DF6A-6ABD-A0EC-A635CD2BB8C6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Problem &amp; </a:t>
            </a:r>
            <a:r>
              <a:rPr lang="sv-SE" sz="4000" b="1" dirty="0" err="1">
                <a:latin typeface="Franklin Gothic Demi Cond" panose="020B0603020102020204" pitchFamily="34" charset="0"/>
              </a:rPr>
              <a:t>Objective</a:t>
            </a:r>
            <a:endParaRPr lang="sv-SE" sz="4000" b="1" dirty="0">
              <a:latin typeface="Franklin Gothic Demi Cond" panose="020B0603020102020204" pitchFamily="34" charset="0"/>
            </a:endParaRP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8FD13303-374B-356C-E16F-BBAAEF2023C6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6A4F8CD1-A218-02FB-F73F-970A1DE2A40D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(1)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0C0C-0C52-CECC-C561-913C945A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719943"/>
            <a:ext cx="8229600" cy="4525963"/>
          </a:xfrm>
        </p:spPr>
        <p:txBody>
          <a:bodyPr wrap="square"/>
          <a:lstStyle/>
          <a:p>
            <a:pPr>
              <a:defRPr sz="2000">
                <a:solidFill>
                  <a:srgbClr val="00233C"/>
                </a:solidFill>
                <a:latin typeface="Arial"/>
              </a:defRPr>
            </a:pPr>
            <a:r>
              <a:t>Problem: predict vehicle fuel efficiency in MPG from car attributes.</a:t>
            </a:r>
          </a:p>
          <a:p>
            <a:pPr>
              <a:defRPr sz="2000">
                <a:solidFill>
                  <a:srgbClr val="00233C"/>
                </a:solidFill>
                <a:latin typeface="Arial"/>
              </a:defRPr>
            </a:pPr>
            <a:r>
              <a:t>Why: fuel efficiency is important for cost, environment and comparing vehicles.</a:t>
            </a:r>
          </a:p>
          <a:p>
            <a:pPr>
              <a:defRPr sz="2000">
                <a:solidFill>
                  <a:srgbClr val="00233C"/>
                </a:solidFill>
                <a:latin typeface="Arial"/>
              </a:defRPr>
            </a:pPr>
            <a:r>
              <a:t>Objective: build a simple ML regression workflow and compare models.</a:t>
            </a:r>
          </a:p>
          <a:p>
            <a:pPr>
              <a:defRPr sz="2000">
                <a:solidFill>
                  <a:srgbClr val="00233C"/>
                </a:solidFill>
                <a:latin typeface="Arial"/>
              </a:defRPr>
            </a:pPr>
            <a:r>
              <a:t>Final goal: choose a model that predicts MPG accurately and is easy to explain.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2D4DB-9C7F-47CD-71E8-C3896391B85D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4297680" cy="246888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800" b="1">
                <a:solidFill>
                  <a:srgbClr val="17578C"/>
                </a:solidFill>
                <a:latin typeface="Arial"/>
              </a:defRPr>
            </a:pPr>
            <a:r>
              <a:t>Project question</a:t>
            </a:r>
          </a:p>
          <a:p>
            <a:pPr>
              <a:defRPr sz="1700">
                <a:solidFill>
                  <a:srgbClr val="00233C"/>
                </a:solidFill>
                <a:latin typeface="Arial"/>
              </a:defRPr>
            </a:pPr>
            <a:r>
              <a:t>Can we estimate MPG using features such as weight, horsepower, cylinders and model year?</a:t>
            </a:r>
          </a:p>
        </p:txBody>
      </p:sp>
    </p:spTree>
    <p:extLst>
      <p:ext uri="{BB962C8B-B14F-4D97-AF65-F5344CB8AC3E}">
        <p14:creationId xmlns:p14="http://schemas.microsoft.com/office/powerpoint/2010/main" val="6333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819D1-05F8-A424-7325-29113BF28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447DD1EC-9F1B-8A98-40C1-A7EA75034F3A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Dataset &amp; Data Collection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C9297A7B-65D0-0D62-1921-86B1C8C8C09F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34C24805-0073-53ED-94F8-68B4A4E689F8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(2)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A0B34-7DD4-B3A2-7C9F-7C929E1D931E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F80B23-A4CD-5EEB-3BE3-43837BA8EE98}"/>
              </a:ext>
            </a:extLst>
          </p:cNvPr>
          <p:cNvSpPr txBox="1">
            <a:spLocks/>
          </p:cNvSpPr>
          <p:nvPr/>
        </p:nvSpPr>
        <p:spPr>
          <a:xfrm>
            <a:off x="244929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wrap="square">
            <a:noAutofit/>
          </a:bodyPr>
          <a:lstStyle>
            <a:lvl1pPr marL="228600" indent="-228600" algn="l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Dataset: UCI Auto MPG dataset.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Size: 398 cars, historical vehicle data.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Target variable: mpg.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Input features: cylinders, displacement, horsepower, weight, acceleration, model_year, origin.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car_name was removed because it is mostly a text identifier.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325880"/>
            <a:ext cx="4114800" cy="310896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900" b="1">
                <a:solidFill>
                  <a:srgbClr val="17578C"/>
                </a:solidFill>
                <a:latin typeface="Arial"/>
              </a:defRPr>
            </a:pPr>
            <a:r>
              <a:t>Feature → Target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Vehicle attributes</a:t>
            </a:r>
            <a:br/>
            <a:r>
              <a:t>↓</a:t>
            </a:r>
            <a:br/>
            <a:r>
              <a:t>ML regression model</a:t>
            </a:r>
            <a:br/>
            <a:r>
              <a:t>↓</a:t>
            </a:r>
            <a:br/>
            <a:r>
              <a:t>Predicted MPG</a:t>
            </a:r>
          </a:p>
        </p:txBody>
      </p:sp>
      <p:pic>
        <p:nvPicPr>
          <p:cNvPr id="15" name="Picture 14" descr="dataset_preview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520440"/>
            <a:ext cx="4709160" cy="12055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5321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233C"/>
                </a:solidFill>
                <a:latin typeface="Arial"/>
              </a:defRPr>
            </a:pPr>
            <a:r>
              <a:t>Table from the notebook output: first rows after loading the dataset.</a:t>
            </a:r>
          </a:p>
        </p:txBody>
      </p:sp>
    </p:spTree>
    <p:extLst>
      <p:ext uri="{BB962C8B-B14F-4D97-AF65-F5344CB8AC3E}">
        <p14:creationId xmlns:p14="http://schemas.microsoft.com/office/powerpoint/2010/main" val="214562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100B-168E-A668-F243-061A5C9B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8B075A7F-1C6B-1B9D-18B7-35EB082E81EF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Exploratory Data </a:t>
            </a:r>
            <a:r>
              <a:rPr lang="sv-SE" sz="4000" b="1" dirty="0" err="1">
                <a:latin typeface="Franklin Gothic Demi Cond" panose="020B0603020102020204" pitchFamily="34" charset="0"/>
              </a:rPr>
              <a:t>Analysis</a:t>
            </a:r>
            <a:r>
              <a:rPr lang="sv-SE" sz="4000" b="1" dirty="0">
                <a:latin typeface="Franklin Gothic Demi Cond" panose="020B0603020102020204" pitchFamily="34" charset="0"/>
              </a:rPr>
              <a:t> (EDA)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0AD47C17-25E7-8BB6-5DBC-6DB36B13DF2A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9C7D3D55-1261-D667-B07D-D34FD843DDA9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(3)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C8F2E-B7E7-B1A2-1E12-DA1AE97C8A6A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55CCAA-BF8D-F897-535F-1FFF4B8A2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234440"/>
            <a:ext cx="4663440" cy="3749039"/>
          </a:xfrm>
        </p:spPr>
        <p:txBody>
          <a:bodyPr wrap="square"/>
          <a:lstStyle/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rPr sz="1800"/>
              <a:t>EDA was used to understand the dataset before training.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rPr sz="1800"/>
              <a:t>MPG distribution shows that cars have different fuel-efficiency levels.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rPr sz="1800"/>
              <a:t>Weight vs MPG: heavier cars usually have lower MPG.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rPr sz="1800"/>
              <a:t>Horsepower vs MPG: stronger engines often have lower MPG.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rPr sz="1800"/>
              <a:t>These patterns make regression suitable for this problem.</a:t>
            </a:r>
          </a:p>
        </p:txBody>
      </p:sp>
      <p:pic>
        <p:nvPicPr>
          <p:cNvPr id="14" name="Picture 13" descr="eda_mpg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43000"/>
            <a:ext cx="3429000" cy="1508760"/>
          </a:xfrm>
          <a:prstGeom prst="rect">
            <a:avLst/>
          </a:prstGeom>
        </p:spPr>
      </p:pic>
      <p:pic>
        <p:nvPicPr>
          <p:cNvPr id="15" name="Picture 14" descr="eda_weight_m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697480"/>
            <a:ext cx="3429000" cy="1508760"/>
          </a:xfrm>
          <a:prstGeom prst="rect">
            <a:avLst/>
          </a:prstGeom>
        </p:spPr>
      </p:pic>
      <p:pic>
        <p:nvPicPr>
          <p:cNvPr id="16" name="Picture 15" descr="eda_hp_mp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251960"/>
            <a:ext cx="3429000" cy="1508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0" y="896112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003358"/>
                </a:solidFill>
              </a:rPr>
              <a:t>Notebook EDA outputs</a:t>
            </a:r>
          </a:p>
        </p:txBody>
      </p:sp>
    </p:spTree>
    <p:extLst>
      <p:ext uri="{BB962C8B-B14F-4D97-AF65-F5344CB8AC3E}">
        <p14:creationId xmlns:p14="http://schemas.microsoft.com/office/powerpoint/2010/main" val="165973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565B-B3D3-3007-67F5-C928C8B7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A4886772-D70F-4D6D-AA67-1145DE2F6314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Data </a:t>
            </a:r>
            <a:r>
              <a:rPr lang="sv-SE" sz="4000" b="1" dirty="0" err="1">
                <a:latin typeface="Franklin Gothic Demi Cond" panose="020B0603020102020204" pitchFamily="34" charset="0"/>
              </a:rPr>
              <a:t>Preprocessing</a:t>
            </a:r>
            <a:r>
              <a:rPr lang="sv-SE" sz="4000" b="1" dirty="0">
                <a:latin typeface="Franklin Gothic Demi Cond" panose="020B0603020102020204" pitchFamily="34" charset="0"/>
              </a:rPr>
              <a:t> Pipeline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A743342C-B433-05D8-AFCF-5B8ED781CC6A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056043FC-7E53-A3E2-E8B2-B983E5E4C9BF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(4)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136B8-E4CE-1250-5E5D-64C058C30F9A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23DA16-4582-2358-DD2A-6ABBE018F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600200"/>
            <a:ext cx="8229600" cy="4525963"/>
          </a:xfrm>
        </p:spPr>
        <p:txBody>
          <a:bodyPr wrap="square"/>
          <a:lstStyle/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Split data before preprocessing to avoid data leakage.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Missing horsepower values were handled with median imputation.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origin was treated as categorical and encoded with OneHotEncoder.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StandardScaler was used for Linear Regression.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All steps were combined in sklearn Pipelines/ColumnTransformer.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25880"/>
            <a:ext cx="1234440" cy="64008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200" b="1">
                <a:solidFill>
                  <a:srgbClr val="17578C"/>
                </a:solidFill>
                <a:latin typeface="Arial"/>
              </a:defRPr>
            </a:pPr>
            <a:r>
              <a:t>Raw data</a:t>
            </a:r>
          </a:p>
          <a:p>
            <a:pPr>
              <a:defRPr sz="1000">
                <a:solidFill>
                  <a:srgbClr val="00233C"/>
                </a:solidFill>
                <a:latin typeface="Arial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7059168" y="1737360"/>
            <a:ext cx="1234440" cy="64008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200" b="1">
                <a:solidFill>
                  <a:srgbClr val="17578C"/>
                </a:solidFill>
                <a:latin typeface="Arial"/>
              </a:defRPr>
            </a:pPr>
            <a:r>
              <a:t>Train/Test</a:t>
            </a:r>
            <a:br/>
            <a:r>
              <a:t>split</a:t>
            </a:r>
          </a:p>
          <a:p>
            <a:pPr>
              <a:defRPr sz="1000">
                <a:solidFill>
                  <a:srgbClr val="00233C"/>
                </a:solidFill>
                <a:latin typeface="Arial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083296" y="1325880"/>
            <a:ext cx="1234440" cy="64008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200" b="1">
                <a:solidFill>
                  <a:srgbClr val="17578C"/>
                </a:solidFill>
                <a:latin typeface="Arial"/>
              </a:defRPr>
            </a:pPr>
            <a:r>
              <a:t>Impute +</a:t>
            </a:r>
            <a:br/>
            <a:r>
              <a:t>Encode</a:t>
            </a:r>
          </a:p>
          <a:p>
            <a:pPr>
              <a:defRPr sz="1000">
                <a:solidFill>
                  <a:srgbClr val="00233C"/>
                </a:solidFill>
                <a:latin typeface="Arial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9107424" y="1737360"/>
            <a:ext cx="1234440" cy="64008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200" b="1">
                <a:solidFill>
                  <a:srgbClr val="17578C"/>
                </a:solidFill>
                <a:latin typeface="Arial"/>
              </a:defRPr>
            </a:pPr>
            <a:r>
              <a:t>Train</a:t>
            </a:r>
            <a:br/>
            <a:r>
              <a:t>model</a:t>
            </a:r>
          </a:p>
          <a:p>
            <a:pPr>
              <a:defRPr sz="1000">
                <a:solidFill>
                  <a:srgbClr val="00233C"/>
                </a:solidFill>
                <a:latin typeface="Arial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10131552" y="1325880"/>
            <a:ext cx="1234440" cy="64008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200" b="1">
                <a:solidFill>
                  <a:srgbClr val="17578C"/>
                </a:solidFill>
                <a:latin typeface="Arial"/>
              </a:defRPr>
            </a:pPr>
            <a:r>
              <a:t>Evaluate</a:t>
            </a:r>
          </a:p>
          <a:p>
            <a:pPr>
              <a:defRPr sz="1000">
                <a:solidFill>
                  <a:srgbClr val="00233C"/>
                </a:solidFill>
                <a:latin typeface="Arial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52859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86116-5CE3-682F-C7C5-A3B815CB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3E3EB8A2-3B1D-4BD1-11EF-BFBC8A4D6291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Selected </a:t>
            </a:r>
            <a:r>
              <a:rPr lang="sv-SE" sz="4000" b="1" dirty="0" err="1">
                <a:latin typeface="Franklin Gothic Demi Cond" panose="020B0603020102020204" pitchFamily="34" charset="0"/>
              </a:rPr>
              <a:t>Machine</a:t>
            </a:r>
            <a:r>
              <a:rPr lang="sv-SE" sz="4000" b="1" dirty="0">
                <a:latin typeface="Franklin Gothic Demi Cond" panose="020B0603020102020204" pitchFamily="34" charset="0"/>
              </a:rPr>
              <a:t> Learning Model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8E145336-59C9-F786-8A18-C14A07461703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2E0B27CE-1C0F-4378-6173-843A511C436D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(5)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E2FC4-35E2-5067-955B-5918FFA858B1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36BD6A-C78D-AEEE-D7B5-28F99618A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600200"/>
            <a:ext cx="11800114" cy="4525963"/>
          </a:xfrm>
        </p:spPr>
        <p:txBody>
          <a:bodyPr wrap="square"/>
          <a:lstStyle/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This is a regression problem because the target, MPG, is a numeric value.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Models compared: DummyRegressor, Linear Regression, Decision Tree, Random Forest.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Selected model: RandomForestRegressor.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Reason: it gave the best test score and is more stable than one Decision Tree.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Simple explanation: Random Forest combines many decision trees and averages their predictions.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417320"/>
            <a:ext cx="4023360" cy="292608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700" b="1">
                <a:solidFill>
                  <a:srgbClr val="17578C"/>
                </a:solidFill>
                <a:latin typeface="Arial"/>
              </a:defRPr>
            </a:pPr>
            <a:r>
              <a:t>Why not only Linear Regression?</a:t>
            </a:r>
          </a:p>
          <a:p>
            <a:pPr>
              <a:defRPr sz="1500">
                <a:solidFill>
                  <a:srgbClr val="00233C"/>
                </a:solidFill>
                <a:latin typeface="Arial"/>
              </a:defRPr>
            </a:pPr>
            <a:r>
              <a:t>Linear Regression is easy to explain, but it can miss non-linear patterns. Random Forest can capture more complex relationships while still being understandable.</a:t>
            </a:r>
          </a:p>
        </p:txBody>
      </p:sp>
    </p:spTree>
    <p:extLst>
      <p:ext uri="{BB962C8B-B14F-4D97-AF65-F5344CB8AC3E}">
        <p14:creationId xmlns:p14="http://schemas.microsoft.com/office/powerpoint/2010/main" val="199312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E46B-3F55-9B98-3D1A-161CFBE3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B466E47C-247E-C96C-675E-FAF5AB06ED90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Model </a:t>
            </a:r>
            <a:r>
              <a:rPr lang="sv-SE" sz="4000" b="1" dirty="0" err="1">
                <a:latin typeface="Franklin Gothic Demi Cond" panose="020B0603020102020204" pitchFamily="34" charset="0"/>
              </a:rPr>
              <a:t>Training</a:t>
            </a:r>
            <a:r>
              <a:rPr lang="sv-SE" sz="4000" b="1" dirty="0">
                <a:latin typeface="Franklin Gothic Demi Cond" panose="020B0603020102020204" pitchFamily="34" charset="0"/>
              </a:rPr>
              <a:t> &amp; Fine-</a:t>
            </a:r>
            <a:r>
              <a:rPr lang="sv-SE" sz="4000" b="1" dirty="0" err="1">
                <a:latin typeface="Franklin Gothic Demi Cond" panose="020B0603020102020204" pitchFamily="34" charset="0"/>
              </a:rPr>
              <a:t>Tuning</a:t>
            </a:r>
            <a:endParaRPr lang="sv-SE" sz="4000" b="1" dirty="0">
              <a:latin typeface="Franklin Gothic Demi Cond" panose="020B0603020102020204" pitchFamily="34" charset="0"/>
            </a:endParaRP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31F9BFCA-4F0F-97C4-6E38-F3851C8CA59D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B5B5BC2D-984A-3091-A079-1526DD3C7ECB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(6)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1911C-469C-0FAA-F3DA-FBD3CB5663D3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457E7B-23A1-84EB-33D6-7E15F3A82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57" y="1629256"/>
            <a:ext cx="8229600" cy="4525963"/>
          </a:xfrm>
        </p:spPr>
        <p:txBody>
          <a:bodyPr wrap="square"/>
          <a:lstStyle/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Train/test split: 80% training, 20% testing.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Cross-validation: 5-fold CV on the training set.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Fine-tuning: GridSearchCV with a small parameter grid.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Tuned parameters included n_estimators, max_depth, min_samples_leaf and max_features.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The final model was evaluated once on the test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417320"/>
            <a:ext cx="4114800" cy="283464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800" b="1">
                <a:solidFill>
                  <a:srgbClr val="17578C"/>
                </a:solidFill>
                <a:latin typeface="Arial"/>
              </a:defRPr>
            </a:pPr>
            <a:r>
              <a:t>Important idea</a:t>
            </a:r>
          </a:p>
          <a:p>
            <a:pPr>
              <a:defRPr sz="1600">
                <a:solidFill>
                  <a:srgbClr val="00233C"/>
                </a:solidFill>
                <a:latin typeface="Arial"/>
              </a:defRPr>
            </a:pPr>
            <a:r>
              <a:t>The test set was kept separate so the final result is a fair estimate of how the model performs on unseen data.</a:t>
            </a:r>
          </a:p>
        </p:txBody>
      </p:sp>
      <p:pic>
        <p:nvPicPr>
          <p:cNvPr id="15" name="Picture 14" descr="train_test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794760"/>
            <a:ext cx="3840480" cy="209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9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632E8-3DCE-2FF4-A965-9BEBCBD2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C3B43CCA-55EB-2B20-5DB6-FA16D3BEAD9D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Results &amp; </a:t>
            </a:r>
            <a:r>
              <a:rPr lang="sv-SE" sz="4000" b="1" dirty="0" err="1">
                <a:latin typeface="Franklin Gothic Demi Cond" panose="020B0603020102020204" pitchFamily="34" charset="0"/>
              </a:rPr>
              <a:t>Evaluation</a:t>
            </a:r>
            <a:endParaRPr lang="sv-SE" sz="4000" b="1" dirty="0">
              <a:latin typeface="Franklin Gothic Demi Cond" panose="020B0603020102020204" pitchFamily="34" charset="0"/>
            </a:endParaRP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97C1F993-1770-B498-864C-70C7FB02946D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F890EB8E-1C07-FD30-C86D-9B6302125CED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(7)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8F9CA-525A-9EA5-C66C-823E7CFDFD3C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9D69A4-0636-6700-3F2E-D4293235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/>
          <a:lstStyle/>
          <a:p>
            <a:pPr>
              <a:defRPr sz="1600">
                <a:solidFill>
                  <a:srgbClr val="00233C"/>
                </a:solidFill>
                <a:latin typeface="Arial"/>
              </a:defRPr>
            </a:pPr>
            <a:r>
              <a:t>Random Forest performed best on the test set.</a:t>
            </a:r>
          </a:p>
          <a:p>
            <a:pPr>
              <a:defRPr sz="1600">
                <a:solidFill>
                  <a:srgbClr val="00233C"/>
                </a:solidFill>
                <a:latin typeface="Arial"/>
              </a:defRPr>
            </a:pPr>
            <a:r>
              <a:t>Final Random Forest result: MAE ≈ 1.58, RMSE ≈ 2.16, R² ≈ 0.91.</a:t>
            </a:r>
          </a:p>
          <a:p>
            <a:pPr>
              <a:defRPr sz="1600">
                <a:solidFill>
                  <a:srgbClr val="00233C"/>
                </a:solidFill>
                <a:latin typeface="Arial"/>
              </a:defRPr>
            </a:pPr>
            <a:r>
              <a:t>R² ≈ 0.91 means the model explains about 91% of the variation in MPG on the test set.</a:t>
            </a:r>
          </a:p>
          <a:p>
            <a:pPr>
              <a:defRPr sz="1600">
                <a:solidFill>
                  <a:srgbClr val="00233C"/>
                </a:solidFill>
                <a:latin typeface="Arial"/>
              </a:defRPr>
            </a:pPr>
            <a:r>
              <a:t>Lower RMSE/MAE means predictions are closer to the true MPG values.</a:t>
            </a:r>
          </a:p>
        </p:txBody>
      </p:sp>
      <p:pic>
        <p:nvPicPr>
          <p:cNvPr id="14" name="Picture 13" descr="rms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51560"/>
            <a:ext cx="4846320" cy="2377440"/>
          </a:xfrm>
          <a:prstGeom prst="rect">
            <a:avLst/>
          </a:prstGeom>
        </p:spPr>
      </p:pic>
      <p:pic>
        <p:nvPicPr>
          <p:cNvPr id="15" name="Picture 14" descr="r2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337560"/>
            <a:ext cx="4846320" cy="2148840"/>
          </a:xfrm>
          <a:prstGeom prst="rect">
            <a:avLst/>
          </a:prstGeom>
        </p:spPr>
      </p:pic>
      <p:pic>
        <p:nvPicPr>
          <p:cNvPr id="16" name="Picture 15" descr="model_results_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05072"/>
            <a:ext cx="4800600" cy="17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0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51AF-33FC-4943-4F38-AE6CA8C6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144D4168-88AF-0E5D-D57E-2497E6D1F554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Conclusion &amp; Future Work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515E6F51-2C86-C1F6-6FA1-D934C3382371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196632EB-F726-1722-6E5E-D6C44EABBE8C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(8)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5322B-7B04-4220-ECB3-3638E9CE0437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066023-6585-486E-E337-7C6ECBCB5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/>
          <a:lstStyle/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What worked well: a complete ML workflow with preprocessing, pipelines, training and evaluation.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Main finding: weight, horsepower and related engine features are useful for predicting MPG.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Best model: Random Forest, because it had the lowest error and highest R².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Limitations: dataset is old and small; modern cars may have different patterns.</a:t>
            </a:r>
          </a:p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Future work: use newer data, add more vehicle features, and test deployment with an API/app.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600200"/>
            <a:ext cx="4023360" cy="256032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800" b="1">
                <a:solidFill>
                  <a:srgbClr val="17578C"/>
                </a:solidFill>
                <a:latin typeface="Arial"/>
              </a:defRPr>
            </a:pPr>
            <a:r>
              <a:t>Final conclusion</a:t>
            </a:r>
          </a:p>
          <a:p>
            <a:pPr>
              <a:defRPr sz="1600">
                <a:solidFill>
                  <a:srgbClr val="00233C"/>
                </a:solidFill>
                <a:latin typeface="Arial"/>
              </a:defRPr>
            </a:pPr>
            <a:r>
              <a:t>A simple and well-explained ML project is enough: the focus is understanding the workflow, not using advanced algorithms.</a:t>
            </a:r>
          </a:p>
        </p:txBody>
      </p:sp>
      <p:pic>
        <p:nvPicPr>
          <p:cNvPr id="15" name="Picture 14" descr="best_model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206240"/>
            <a:ext cx="4023360" cy="166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9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4B09F-762E-35C1-9083-2A3FAB7E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CAC33D49-B39B-012D-28E5-B1DB639C7C56}"/>
              </a:ext>
            </a:extLst>
          </p:cNvPr>
          <p:cNvSpPr/>
          <p:nvPr/>
        </p:nvSpPr>
        <p:spPr>
          <a:xfrm>
            <a:off x="2477" y="34188"/>
            <a:ext cx="12203845" cy="1437982"/>
          </a:xfrm>
          <a:prstGeom prst="rect">
            <a:avLst/>
          </a:prstGeom>
          <a:solidFill>
            <a:srgbClr val="1A25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sv-SE" sz="4000" b="1" dirty="0">
                <a:latin typeface="Franklin Gothic Demi Cond" panose="020B0603020102020204" pitchFamily="34" charset="0"/>
              </a:rPr>
              <a:t>AI </a:t>
            </a:r>
            <a:r>
              <a:rPr lang="sv-SE" sz="4000" b="1" dirty="0" err="1">
                <a:latin typeface="Franklin Gothic Demi Cond" panose="020B0603020102020204" pitchFamily="34" charset="0"/>
              </a:rPr>
              <a:t>Acknowledgment</a:t>
            </a:r>
            <a:r>
              <a:rPr lang="sv-SE" sz="4000" b="1" dirty="0">
                <a:latin typeface="Franklin Gothic Demi Cond" panose="020B0603020102020204" pitchFamily="34" charset="0"/>
              </a:rPr>
              <a:t> &amp; </a:t>
            </a:r>
            <a:r>
              <a:rPr lang="sv-SE" sz="4000" b="1" dirty="0" err="1">
                <a:latin typeface="Franklin Gothic Demi Cond" panose="020B0603020102020204" pitchFamily="34" charset="0"/>
              </a:rPr>
              <a:t>References</a:t>
            </a:r>
            <a:endParaRPr lang="sv-SE" sz="4000" b="1" dirty="0">
              <a:latin typeface="Franklin Gothic Demi Cond" panose="020B0603020102020204" pitchFamily="34" charset="0"/>
            </a:endParaRP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B350597B-582F-29DB-BD96-AE48AB467E35}"/>
              </a:ext>
            </a:extLst>
          </p:cNvPr>
          <p:cNvSpPr/>
          <p:nvPr/>
        </p:nvSpPr>
        <p:spPr>
          <a:xfrm>
            <a:off x="9396755" y="126332"/>
            <a:ext cx="5432277" cy="3765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D54003C9-5199-E22B-A309-C787F0BC69CE}"/>
              </a:ext>
            </a:extLst>
          </p:cNvPr>
          <p:cNvSpPr txBox="1"/>
          <p:nvPr/>
        </p:nvSpPr>
        <p:spPr>
          <a:xfrm>
            <a:off x="10732566" y="6553223"/>
            <a:ext cx="1387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>
                <a:latin typeface="Franklin Gothic Medium Cond" panose="020B0606030402020204" pitchFamily="34" charset="0"/>
              </a:rPr>
              <a:t>(9)</a:t>
            </a:r>
            <a:endParaRPr lang="sv-SE" sz="1200" b="1" dirty="0">
              <a:latin typeface="Franklin Gothic Medium Cond" panose="020B06060304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323DC-1179-CAE2-C504-A361F40B6588}"/>
              </a:ext>
            </a:extLst>
          </p:cNvPr>
          <p:cNvSpPr txBox="1"/>
          <p:nvPr/>
        </p:nvSpPr>
        <p:spPr>
          <a:xfrm>
            <a:off x="0" y="65494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/>
              <a:t>TAM400 – Applied AI &amp; Machine Learning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14E7A0-2FFE-97D7-90DC-679DD8C5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/>
          <a:lstStyle/>
          <a:p>
            <a:pPr>
              <a:defRPr sz="1700">
                <a:solidFill>
                  <a:srgbClr val="00233C"/>
                </a:solidFill>
                <a:latin typeface="Arial"/>
              </a:defRPr>
            </a:pPr>
            <a:r>
              <a:t>Generative AI acknowledgment: ChatGPT was used for understanding concepts, debugging help, improving explanations and preparing presentation text.</a:t>
            </a:r>
          </a:p>
          <a:p>
            <a:pPr>
              <a:defRPr sz="1700">
                <a:solidFill>
                  <a:srgbClr val="00233C"/>
                </a:solidFill>
                <a:latin typeface="Arial"/>
              </a:defRPr>
            </a:pPr>
            <a:r>
              <a:t>All code and results were reviewed and must be explainable by the students.</a:t>
            </a:r>
          </a:p>
          <a:p>
            <a:pPr>
              <a:defRPr sz="1700">
                <a:solidFill>
                  <a:srgbClr val="00233C"/>
                </a:solidFill>
                <a:latin typeface="Arial"/>
              </a:defRPr>
            </a:pPr>
            <a:r>
              <a:t>Dataset reference: UCI Machine Learning Repository – Auto MPG dataset.</a:t>
            </a:r>
          </a:p>
          <a:p>
            <a:pPr>
              <a:defRPr sz="1700">
                <a:solidFill>
                  <a:srgbClr val="00233C"/>
                </a:solidFill>
                <a:latin typeface="Arial"/>
              </a:defRPr>
            </a:pPr>
            <a:r>
              <a:t>Tools: Python, pandas, NumPy, scikit-learn, matplotlib, joblib.</a:t>
            </a:r>
          </a:p>
          <a:p>
            <a:pPr>
              <a:defRPr sz="1700">
                <a:solidFill>
                  <a:srgbClr val="00233C"/>
                </a:solidFill>
                <a:latin typeface="Arial"/>
              </a:defRPr>
            </a:pPr>
            <a:r>
              <a:t>Code reference: project GitHub repository / notebook.</a:t>
            </a:r>
          </a:p>
        </p:txBody>
      </p:sp>
    </p:spTree>
    <p:extLst>
      <p:ext uri="{BB962C8B-B14F-4D97-AF65-F5344CB8AC3E}">
        <p14:creationId xmlns:p14="http://schemas.microsoft.com/office/powerpoint/2010/main" val="3144394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D1CFEC-3DB2-808C-83F7-B890A9D09EBB}"/>
              </a:ext>
            </a:extLst>
          </p:cNvPr>
          <p:cNvSpPr txBox="1">
            <a:spLocks/>
          </p:cNvSpPr>
          <p:nvPr/>
        </p:nvSpPr>
        <p:spPr bwMode="auto">
          <a:xfrm>
            <a:off x="1757680" y="267784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 sz="4200" b="1">
                <a:solidFill>
                  <a:srgbClr val="00233C"/>
                </a:solidFill>
                <a:latin typeface="Arial"/>
              </a:defRPr>
            </a:pPr>
            <a:r>
              <a:t>Thank you!</a:t>
            </a:r>
          </a:p>
          <a:p>
            <a:pPr>
              <a:defRPr sz="4200" b="1">
                <a:solidFill>
                  <a:srgbClr val="00233C"/>
                </a:solidFill>
                <a:latin typeface="Arial"/>
              </a:defRPr>
            </a:pPr>
            <a:r>
              <a:t>Any 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4160520"/>
            <a:ext cx="6583680" cy="822960"/>
          </a:xfrm>
          <a:prstGeom prst="roundRect">
            <a:avLst/>
          </a:prstGeom>
          <a:solidFill>
            <a:srgbClr val="EFF6FC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54864" wrap="square"/>
          <a:lstStyle/>
          <a:p>
            <a:pPr algn="ctr">
              <a:defRPr sz="1700" b="1">
                <a:solidFill>
                  <a:srgbClr val="17578C"/>
                </a:solidFill>
                <a:latin typeface="Arial"/>
              </a:defRPr>
            </a:pPr>
            <a:r>
              <a:t>Key message</a:t>
            </a:r>
          </a:p>
          <a:p>
            <a:pPr>
              <a:defRPr sz="1600">
                <a:solidFill>
                  <a:srgbClr val="00233C"/>
                </a:solidFill>
                <a:latin typeface="Arial"/>
              </a:defRPr>
            </a:pPr>
            <a:r>
              <a:t>We predicted MPG using a complete, simple and understandable ML workflow.</a:t>
            </a:r>
          </a:p>
        </p:txBody>
      </p:sp>
    </p:spTree>
    <p:extLst>
      <p:ext uri="{BB962C8B-B14F-4D97-AF65-F5344CB8AC3E}">
        <p14:creationId xmlns:p14="http://schemas.microsoft.com/office/powerpoint/2010/main" val="3580130862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33C"/>
                </a:solidFill>
                <a:latin typeface="Arial"/>
              </a:defRPr>
            </a:pPr>
            <a:r>
              <a:t>Backup slide: Important notebook outputs</a:t>
            </a:r>
          </a:p>
        </p:txBody>
      </p:sp>
      <p:pic>
        <p:nvPicPr>
          <p:cNvPr id="6" name="Picture 5" descr="model_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5120640" cy="1854025"/>
          </a:xfrm>
          <a:prstGeom prst="rect">
            <a:avLst/>
          </a:prstGeom>
        </p:spPr>
      </p:pic>
      <p:pic>
        <p:nvPicPr>
          <p:cNvPr id="7" name="Picture 6" descr="train_test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3931920" cy="21446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840480"/>
            <a:ext cx="9692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233C"/>
                </a:solidFill>
                <a:latin typeface="Arial"/>
              </a:defRPr>
            </a:pPr>
            <a:r>
              <a:t>Use this only if the teacher asks about exact outputs. You can say: The notebook printed train/test sizes, model scores and the comparison table. Random Forest had the lowest RMSE and highest R², so I selected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Högskolan Väst">
      <a:dk1>
        <a:srgbClr val="000000"/>
      </a:dk1>
      <a:lt1>
        <a:srgbClr val="FFFFFF"/>
      </a:lt1>
      <a:dk2>
        <a:srgbClr val="003B5B"/>
      </a:dk2>
      <a:lt2>
        <a:srgbClr val="D1EAEE"/>
      </a:lt2>
      <a:accent1>
        <a:srgbClr val="1380A3"/>
      </a:accent1>
      <a:accent2>
        <a:srgbClr val="E3F1F8"/>
      </a:accent2>
      <a:accent3>
        <a:srgbClr val="C61C2C"/>
      </a:accent3>
      <a:accent4>
        <a:srgbClr val="D3097F"/>
      </a:accent4>
      <a:accent5>
        <a:srgbClr val="FDBF00"/>
      </a:accent5>
      <a:accent6>
        <a:srgbClr val="81BA4F"/>
      </a:accent6>
      <a:hlink>
        <a:srgbClr val="00757E"/>
      </a:hlink>
      <a:folHlink>
        <a:srgbClr val="59337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V_PPT_mall2024_SVE.potx" id="{DD877952-2710-43D3-8776-9ABF699F62D9}" vid="{26B62C3D-C82E-4285-831B-02EDAF897AB9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EF45CE084F1944A93ED56BE6CC521A" ma:contentTypeVersion="11" ma:contentTypeDescription="Create a new document." ma:contentTypeScope="" ma:versionID="3310b978a4f3b4e346071e8a3096f2e5">
  <xsd:schema xmlns:xsd="http://www.w3.org/2001/XMLSchema" xmlns:xs="http://www.w3.org/2001/XMLSchema" xmlns:p="http://schemas.microsoft.com/office/2006/metadata/properties" xmlns:ns2="a0917f0e-cee6-495c-afac-83dec53c5df0" xmlns:ns3="783cd707-a228-43a0-bf6c-0eae5be7aaa0" targetNamespace="http://schemas.microsoft.com/office/2006/metadata/properties" ma:root="true" ma:fieldsID="ef351d48c9e19820deac8a02fdc7989e" ns2:_="" ns3:_="">
    <xsd:import namespace="a0917f0e-cee6-495c-afac-83dec53c5df0"/>
    <xsd:import namespace="783cd707-a228-43a0-bf6c-0eae5be7aa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17f0e-cee6-495c-afac-83dec53c5d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d4abec-04ef-4e91-971b-0b613d4b68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3cd707-a228-43a0-bf6c-0eae5be7aaa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3284e78-2833-4226-bb7c-bacc197bac80}" ma:internalName="TaxCatchAll" ma:showField="CatchAllData" ma:web="783cd707-a228-43a0-bf6c-0eae5be7aa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917f0e-cee6-495c-afac-83dec53c5df0">
      <Terms xmlns="http://schemas.microsoft.com/office/infopath/2007/PartnerControls"/>
    </lcf76f155ced4ddcb4097134ff3c332f>
    <TaxCatchAll xmlns="783cd707-a228-43a0-bf6c-0eae5be7aaa0" xsi:nil="true"/>
  </documentManagement>
</p:properties>
</file>

<file path=customXml/itemProps1.xml><?xml version="1.0" encoding="utf-8"?>
<ds:datastoreItem xmlns:ds="http://schemas.openxmlformats.org/officeDocument/2006/customXml" ds:itemID="{B0B1FBD7-CF40-4B7A-BB9D-D94C3A98F7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CC1420-FDB2-4132-9A50-105EE901DF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917f0e-cee6-495c-afac-83dec53c5df0"/>
    <ds:schemaRef ds:uri="783cd707-a228-43a0-bf6c-0eae5be7aa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F2F68F-72C2-4102-B6E9-D8B46276BE78}">
  <ds:schemaRefs>
    <ds:schemaRef ds:uri="http://schemas.microsoft.com/office/2006/metadata/properties"/>
    <ds:schemaRef ds:uri="http://schemas.microsoft.com/office/infopath/2007/PartnerControls"/>
    <ds:schemaRef ds:uri="a0917f0e-cee6-495c-afac-83dec53c5df0"/>
    <ds:schemaRef ds:uri="783cd707-a228-43a0-bf6c-0eae5be7aaa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HV_PPT_mall2024_SVE</Template>
  <TotalTime>395</TotalTime>
  <Words>405</Words>
  <Application>Microsoft Office PowerPoint</Application>
  <PresentationFormat>Widescreen</PresentationFormat>
  <Paragraphs>89</Paragraphs>
  <Slides>12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Franklin Gothic Demi Cond</vt:lpstr>
      <vt:lpstr>Franklin Gothic Medium Cond</vt:lpstr>
      <vt:lpstr>Office-tema</vt:lpstr>
      <vt:lpstr>Presentation Tips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Högskolan Väst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Lena Sjöberg (HV)</dc:creator>
  <cp:lastModifiedBy>Rashid Ali (HV)</cp:lastModifiedBy>
  <cp:revision>11</cp:revision>
  <dcterms:created xsi:type="dcterms:W3CDTF">2025-11-13T07:35:31Z</dcterms:created>
  <dcterms:modified xsi:type="dcterms:W3CDTF">2026-05-18T07:43:53Z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0x01010098EF45CE084F1944A93ED56BE6CC521A</vt:lpwstr>
  </property>
  <property fmtid="{D5CDD505-2E9C-101B-9397-08002B2CF9AE}" pid="3" name="Order">
    <vt:r8>2600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TemplateUrl">
    <vt:lpwstr/>
  </property>
  <property fmtid="{D5CDD505-2E9C-101B-9397-08002B2CF9AE}" pid="9" name="ComplianceAssetId">
    <vt:lpwstr/>
  </property>
  <property fmtid="{D5CDD505-2E9C-101B-9397-08002B2CF9AE}" pid="10" name="MediaServiceImageTags">
    <vt:lpwstr/>
  </property>
</Properties>
</file>